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0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1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2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3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4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EB Garamond" panose="00000500000000000000" pitchFamily="2" charset="0"/>
      <p:regular r:id="rId17"/>
      <p:bold r:id="rId18"/>
      <p:italic r:id="rId19"/>
      <p:boldItalic r:id="rId20"/>
    </p:embeddedFont>
    <p:embeddedFont>
      <p:font typeface="Roboto Mono" panose="00000009000000000000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6A792F-68E0-40DB-9C23-7281B4ED8BDD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67C9F54B-566B-40E9-BB68-87FB3B6DEAF1}">
      <dgm:prSet/>
      <dgm:spPr/>
      <dgm:t>
        <a:bodyPr/>
        <a:lstStyle/>
        <a:p>
          <a:r>
            <a:rPr lang="en-US" b="0" i="0"/>
            <a:t>Objectives</a:t>
          </a:r>
          <a:endParaRPr lang="en-IN"/>
        </a:p>
      </dgm:t>
    </dgm:pt>
    <dgm:pt modelId="{07CD0846-865D-46D5-AFBD-D94F2A8E05C4}" type="parTrans" cxnId="{EC73F471-6206-4B84-AF54-1ED23597C05E}">
      <dgm:prSet/>
      <dgm:spPr/>
      <dgm:t>
        <a:bodyPr/>
        <a:lstStyle/>
        <a:p>
          <a:endParaRPr lang="en-IN"/>
        </a:p>
      </dgm:t>
    </dgm:pt>
    <dgm:pt modelId="{B7482A3E-8C32-4CCB-903B-B44DC2352CE1}" type="sibTrans" cxnId="{EC73F471-6206-4B84-AF54-1ED23597C05E}">
      <dgm:prSet/>
      <dgm:spPr/>
      <dgm:t>
        <a:bodyPr/>
        <a:lstStyle/>
        <a:p>
          <a:endParaRPr lang="en-IN"/>
        </a:p>
      </dgm:t>
    </dgm:pt>
    <dgm:pt modelId="{400F9977-E175-408B-B04F-E63A4F0E0D5C}" type="pres">
      <dgm:prSet presAssocID="{8A6A792F-68E0-40DB-9C23-7281B4ED8BDD}" presName="linear" presStyleCnt="0">
        <dgm:presLayoutVars>
          <dgm:animLvl val="lvl"/>
          <dgm:resizeHandles val="exact"/>
        </dgm:presLayoutVars>
      </dgm:prSet>
      <dgm:spPr/>
    </dgm:pt>
    <dgm:pt modelId="{8299BEFD-6959-40A6-87F2-3EFD1D0D7481}" type="pres">
      <dgm:prSet presAssocID="{67C9F54B-566B-40E9-BB68-87FB3B6DEAF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C73F471-6206-4B84-AF54-1ED23597C05E}" srcId="{8A6A792F-68E0-40DB-9C23-7281B4ED8BDD}" destId="{67C9F54B-566B-40E9-BB68-87FB3B6DEAF1}" srcOrd="0" destOrd="0" parTransId="{07CD0846-865D-46D5-AFBD-D94F2A8E05C4}" sibTransId="{B7482A3E-8C32-4CCB-903B-B44DC2352CE1}"/>
    <dgm:cxn modelId="{277B4CF7-865C-46CD-A106-664C000980B2}" type="presOf" srcId="{8A6A792F-68E0-40DB-9C23-7281B4ED8BDD}" destId="{400F9977-E175-408B-B04F-E63A4F0E0D5C}" srcOrd="0" destOrd="0" presId="urn:microsoft.com/office/officeart/2005/8/layout/vList2"/>
    <dgm:cxn modelId="{91B4C2F8-32E9-49A6-87A3-CB49B1005028}" type="presOf" srcId="{67C9F54B-566B-40E9-BB68-87FB3B6DEAF1}" destId="{8299BEFD-6959-40A6-87F2-3EFD1D0D7481}" srcOrd="0" destOrd="0" presId="urn:microsoft.com/office/officeart/2005/8/layout/vList2"/>
    <dgm:cxn modelId="{B9E3D7D5-03B8-4EA5-88DA-71704C974815}" type="presParOf" srcId="{400F9977-E175-408B-B04F-E63A4F0E0D5C}" destId="{8299BEFD-6959-40A6-87F2-3EFD1D0D748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9C9C6E-1102-4797-B6C5-C209AEBF458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565B4D24-DB34-4E8B-8714-9F807CEA8E78}">
      <dgm:prSet/>
      <dgm:spPr/>
      <dgm:t>
        <a:bodyPr/>
        <a:lstStyle/>
        <a:p>
          <a:r>
            <a:rPr lang="en-US" b="0" i="0"/>
            <a:t>Data Description</a:t>
          </a:r>
          <a:endParaRPr lang="en-IN"/>
        </a:p>
      </dgm:t>
    </dgm:pt>
    <dgm:pt modelId="{AAA3849A-A07D-425B-B29D-30DEC603389E}" type="parTrans" cxnId="{0329F125-F148-4A44-AFC9-2BB302F2D85E}">
      <dgm:prSet/>
      <dgm:spPr/>
      <dgm:t>
        <a:bodyPr/>
        <a:lstStyle/>
        <a:p>
          <a:endParaRPr lang="en-IN"/>
        </a:p>
      </dgm:t>
    </dgm:pt>
    <dgm:pt modelId="{D67308AD-0FA2-4A39-B812-4B51C7E35EE8}" type="sibTrans" cxnId="{0329F125-F148-4A44-AFC9-2BB302F2D85E}">
      <dgm:prSet/>
      <dgm:spPr/>
      <dgm:t>
        <a:bodyPr/>
        <a:lstStyle/>
        <a:p>
          <a:endParaRPr lang="en-IN"/>
        </a:p>
      </dgm:t>
    </dgm:pt>
    <dgm:pt modelId="{332F8C66-322F-4E91-8BFE-856AE2A1C62D}" type="pres">
      <dgm:prSet presAssocID="{1F9C9C6E-1102-4797-B6C5-C209AEBF4585}" presName="linear" presStyleCnt="0">
        <dgm:presLayoutVars>
          <dgm:animLvl val="lvl"/>
          <dgm:resizeHandles val="exact"/>
        </dgm:presLayoutVars>
      </dgm:prSet>
      <dgm:spPr/>
    </dgm:pt>
    <dgm:pt modelId="{029C8FDC-6260-41AB-948D-77AB435D2D77}" type="pres">
      <dgm:prSet presAssocID="{565B4D24-DB34-4E8B-8714-9F807CEA8E7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869550E-20B8-4AB4-8259-FD8AF61DDCFD}" type="presOf" srcId="{565B4D24-DB34-4E8B-8714-9F807CEA8E78}" destId="{029C8FDC-6260-41AB-948D-77AB435D2D77}" srcOrd="0" destOrd="0" presId="urn:microsoft.com/office/officeart/2005/8/layout/vList2"/>
    <dgm:cxn modelId="{0329F125-F148-4A44-AFC9-2BB302F2D85E}" srcId="{1F9C9C6E-1102-4797-B6C5-C209AEBF4585}" destId="{565B4D24-DB34-4E8B-8714-9F807CEA8E78}" srcOrd="0" destOrd="0" parTransId="{AAA3849A-A07D-425B-B29D-30DEC603389E}" sibTransId="{D67308AD-0FA2-4A39-B812-4B51C7E35EE8}"/>
    <dgm:cxn modelId="{AA31D2BE-37CC-4F15-AB95-64EEBB70F2F4}" type="presOf" srcId="{1F9C9C6E-1102-4797-B6C5-C209AEBF4585}" destId="{332F8C66-322F-4E91-8BFE-856AE2A1C62D}" srcOrd="0" destOrd="0" presId="urn:microsoft.com/office/officeart/2005/8/layout/vList2"/>
    <dgm:cxn modelId="{D8C4F808-B239-493F-B06F-9B8993048CF8}" type="presParOf" srcId="{332F8C66-322F-4E91-8BFE-856AE2A1C62D}" destId="{029C8FDC-6260-41AB-948D-77AB435D2D7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7EA3D8-2794-445D-B48D-9F3035D178CC}" type="doc">
      <dgm:prSet loTypeId="urn:microsoft.com/office/officeart/2005/8/layout/chevron2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F3BDA2AE-1FBB-44E7-A27D-0A2DC606A1CE}">
      <dgm:prSet/>
      <dgm:spPr/>
      <dgm:t>
        <a:bodyPr/>
        <a:lstStyle/>
        <a:p>
          <a:r>
            <a:rPr lang="en-US" b="1" i="0"/>
            <a:t>Source</a:t>
          </a:r>
          <a:endParaRPr lang="en-IN"/>
        </a:p>
      </dgm:t>
    </dgm:pt>
    <dgm:pt modelId="{3223D6D3-823D-4B2D-9E15-AC1F28F69D59}" type="parTrans" cxnId="{234B6321-1CD7-45A7-A4DA-2A7941977594}">
      <dgm:prSet/>
      <dgm:spPr/>
      <dgm:t>
        <a:bodyPr/>
        <a:lstStyle/>
        <a:p>
          <a:endParaRPr lang="en-IN"/>
        </a:p>
      </dgm:t>
    </dgm:pt>
    <dgm:pt modelId="{119A0E65-30B9-4C9C-92FC-2FC0BF667A98}" type="sibTrans" cxnId="{234B6321-1CD7-45A7-A4DA-2A7941977594}">
      <dgm:prSet/>
      <dgm:spPr/>
      <dgm:t>
        <a:bodyPr/>
        <a:lstStyle/>
        <a:p>
          <a:endParaRPr lang="en-IN"/>
        </a:p>
      </dgm:t>
    </dgm:pt>
    <dgm:pt modelId="{288AFA1F-2D8D-48DB-905D-18438C375486}">
      <dgm:prSet/>
      <dgm:spPr/>
      <dgm:t>
        <a:bodyPr/>
        <a:lstStyle/>
        <a:p>
          <a:r>
            <a:rPr lang="en-US" b="0" i="0"/>
            <a:t>Kaggle</a:t>
          </a:r>
          <a:endParaRPr lang="en-IN"/>
        </a:p>
      </dgm:t>
    </dgm:pt>
    <dgm:pt modelId="{A8A3F995-601F-4B37-BF96-CDE949FC6B8D}" type="parTrans" cxnId="{176AEF99-5786-4534-A830-B25BC12C74CA}">
      <dgm:prSet/>
      <dgm:spPr/>
      <dgm:t>
        <a:bodyPr/>
        <a:lstStyle/>
        <a:p>
          <a:endParaRPr lang="en-IN"/>
        </a:p>
      </dgm:t>
    </dgm:pt>
    <dgm:pt modelId="{51693AE2-9B71-4BF7-BB37-9DA3CD29AB0F}" type="sibTrans" cxnId="{176AEF99-5786-4534-A830-B25BC12C74CA}">
      <dgm:prSet/>
      <dgm:spPr/>
      <dgm:t>
        <a:bodyPr/>
        <a:lstStyle/>
        <a:p>
          <a:endParaRPr lang="en-IN"/>
        </a:p>
      </dgm:t>
    </dgm:pt>
    <dgm:pt modelId="{C39E05DF-E073-43F0-93D5-6B94422FCEC6}">
      <dgm:prSet/>
      <dgm:spPr/>
      <dgm:t>
        <a:bodyPr/>
        <a:lstStyle/>
        <a:p>
          <a:r>
            <a:rPr lang="en-US" b="0" i="1"/>
            <a:t>Data Science Job Salaries, </a:t>
          </a:r>
          <a:endParaRPr lang="en-IN"/>
        </a:p>
      </dgm:t>
    </dgm:pt>
    <dgm:pt modelId="{5DBC7DEF-A76E-4094-B72D-1378FBBDF3AE}" type="parTrans" cxnId="{F08DA8D1-6651-4616-9292-0F8C85E1D750}">
      <dgm:prSet/>
      <dgm:spPr/>
      <dgm:t>
        <a:bodyPr/>
        <a:lstStyle/>
        <a:p>
          <a:endParaRPr lang="en-IN"/>
        </a:p>
      </dgm:t>
    </dgm:pt>
    <dgm:pt modelId="{771DA9DB-E6AE-42D7-BAE7-BE3DA868262B}" type="sibTrans" cxnId="{F08DA8D1-6651-4616-9292-0F8C85E1D750}">
      <dgm:prSet/>
      <dgm:spPr/>
      <dgm:t>
        <a:bodyPr/>
        <a:lstStyle/>
        <a:p>
          <a:endParaRPr lang="en-IN"/>
        </a:p>
      </dgm:t>
    </dgm:pt>
    <dgm:pt modelId="{583AE57A-8BED-492F-9438-9B6799F801CE}">
      <dgm:prSet/>
      <dgm:spPr/>
      <dgm:t>
        <a:bodyPr/>
        <a:lstStyle/>
        <a:p>
          <a:r>
            <a:rPr lang="en-US" b="0" i="0"/>
            <a:t>Cost of Living Index</a:t>
          </a:r>
          <a:endParaRPr lang="en-IN"/>
        </a:p>
      </dgm:t>
    </dgm:pt>
    <dgm:pt modelId="{258BD986-3CB0-40EA-83A8-EC5F70D29E94}" type="parTrans" cxnId="{62A1DB9B-DE31-4506-8161-A203A5BAC72B}">
      <dgm:prSet/>
      <dgm:spPr/>
      <dgm:t>
        <a:bodyPr/>
        <a:lstStyle/>
        <a:p>
          <a:endParaRPr lang="en-IN"/>
        </a:p>
      </dgm:t>
    </dgm:pt>
    <dgm:pt modelId="{802E8789-47F2-4CE7-9E56-058C159BF32C}" type="sibTrans" cxnId="{62A1DB9B-DE31-4506-8161-A203A5BAC72B}">
      <dgm:prSet/>
      <dgm:spPr/>
      <dgm:t>
        <a:bodyPr/>
        <a:lstStyle/>
        <a:p>
          <a:endParaRPr lang="en-IN"/>
        </a:p>
      </dgm:t>
    </dgm:pt>
    <dgm:pt modelId="{940EBCD8-AE01-401F-B103-012BE63AE74A}">
      <dgm:prSet/>
      <dgm:spPr/>
      <dgm:t>
        <a:bodyPr/>
        <a:lstStyle/>
        <a:p>
          <a:r>
            <a:rPr lang="en-US" b="1" i="0"/>
            <a:t>Time Frame</a:t>
          </a:r>
          <a:endParaRPr lang="en-IN"/>
        </a:p>
      </dgm:t>
    </dgm:pt>
    <dgm:pt modelId="{2183C825-684A-4D12-9D5B-0AC18ED52589}" type="parTrans" cxnId="{8B8CF8E6-521D-497B-B4E3-80B0DBB7735C}">
      <dgm:prSet/>
      <dgm:spPr/>
      <dgm:t>
        <a:bodyPr/>
        <a:lstStyle/>
        <a:p>
          <a:endParaRPr lang="en-IN"/>
        </a:p>
      </dgm:t>
    </dgm:pt>
    <dgm:pt modelId="{00FEC61C-A0B4-45AB-B169-7316A9CE9C81}" type="sibTrans" cxnId="{8B8CF8E6-521D-497B-B4E3-80B0DBB7735C}">
      <dgm:prSet/>
      <dgm:spPr/>
      <dgm:t>
        <a:bodyPr/>
        <a:lstStyle/>
        <a:p>
          <a:endParaRPr lang="en-IN"/>
        </a:p>
      </dgm:t>
    </dgm:pt>
    <dgm:pt modelId="{A91D7339-2086-484F-90F9-F1F331004E04}">
      <dgm:prSet/>
      <dgm:spPr/>
      <dgm:t>
        <a:bodyPr/>
        <a:lstStyle/>
        <a:p>
          <a:r>
            <a:rPr lang="en-US" b="0" i="0"/>
            <a:t>Job salary records from 2020 to 2023</a:t>
          </a:r>
          <a:endParaRPr lang="en-IN"/>
        </a:p>
      </dgm:t>
    </dgm:pt>
    <dgm:pt modelId="{23ABF715-527D-4A31-A0C5-FD66B5B0A4A0}" type="parTrans" cxnId="{4500FFC1-03BA-4241-BB82-18A3C562AEC3}">
      <dgm:prSet/>
      <dgm:spPr/>
      <dgm:t>
        <a:bodyPr/>
        <a:lstStyle/>
        <a:p>
          <a:endParaRPr lang="en-IN"/>
        </a:p>
      </dgm:t>
    </dgm:pt>
    <dgm:pt modelId="{0789096A-18E9-4BB3-BF80-AB5E016AAD0B}" type="sibTrans" cxnId="{4500FFC1-03BA-4241-BB82-18A3C562AEC3}">
      <dgm:prSet/>
      <dgm:spPr/>
      <dgm:t>
        <a:bodyPr/>
        <a:lstStyle/>
        <a:p>
          <a:endParaRPr lang="en-IN"/>
        </a:p>
      </dgm:t>
    </dgm:pt>
    <dgm:pt modelId="{578CCBF6-A2BF-46E4-80D7-D59799BB3039}">
      <dgm:prSet/>
      <dgm:spPr/>
      <dgm:t>
        <a:bodyPr/>
        <a:lstStyle/>
        <a:p>
          <a:r>
            <a:rPr lang="en-US" b="1" i="0"/>
            <a:t>Key Columns</a:t>
          </a:r>
          <a:endParaRPr lang="en-IN"/>
        </a:p>
      </dgm:t>
    </dgm:pt>
    <dgm:pt modelId="{ACFCEE2F-048C-4FC2-A369-E097514B5734}" type="parTrans" cxnId="{36FDA37B-8A6B-400E-A15D-BF13167D7F2A}">
      <dgm:prSet/>
      <dgm:spPr/>
      <dgm:t>
        <a:bodyPr/>
        <a:lstStyle/>
        <a:p>
          <a:endParaRPr lang="en-IN"/>
        </a:p>
      </dgm:t>
    </dgm:pt>
    <dgm:pt modelId="{FE95E496-2A88-4B5E-B544-62AE2FEB87CC}" type="sibTrans" cxnId="{36FDA37B-8A6B-400E-A15D-BF13167D7F2A}">
      <dgm:prSet/>
      <dgm:spPr/>
      <dgm:t>
        <a:bodyPr/>
        <a:lstStyle/>
        <a:p>
          <a:endParaRPr lang="en-IN"/>
        </a:p>
      </dgm:t>
    </dgm:pt>
    <dgm:pt modelId="{1E5AF228-83B2-4454-987F-A98AA2EC25E3}">
      <dgm:prSet/>
      <dgm:spPr/>
      <dgm:t>
        <a:bodyPr/>
        <a:lstStyle/>
        <a:p>
          <a:r>
            <a:rPr lang="en-US" b="0" i="0"/>
            <a:t>experience_level, job_title, company_size</a:t>
          </a:r>
          <a:br>
            <a:rPr lang="en-US" b="0" i="0"/>
          </a:br>
          <a:endParaRPr lang="en-IN"/>
        </a:p>
      </dgm:t>
    </dgm:pt>
    <dgm:pt modelId="{1408B27A-2B3A-4184-AAD3-3814EAE972BC}" type="parTrans" cxnId="{CB347E0C-DBD0-481C-9CB6-0E034B15D2A6}">
      <dgm:prSet/>
      <dgm:spPr/>
      <dgm:t>
        <a:bodyPr/>
        <a:lstStyle/>
        <a:p>
          <a:endParaRPr lang="en-IN"/>
        </a:p>
      </dgm:t>
    </dgm:pt>
    <dgm:pt modelId="{42B10119-C4E1-48AF-B746-8F29F712F7AA}" type="sibTrans" cxnId="{CB347E0C-DBD0-481C-9CB6-0E034B15D2A6}">
      <dgm:prSet/>
      <dgm:spPr/>
      <dgm:t>
        <a:bodyPr/>
        <a:lstStyle/>
        <a:p>
          <a:endParaRPr lang="en-IN"/>
        </a:p>
      </dgm:t>
    </dgm:pt>
    <dgm:pt modelId="{3721E188-4187-43A2-9177-C65187F41368}">
      <dgm:prSet/>
      <dgm:spPr/>
      <dgm:t>
        <a:bodyPr/>
        <a:lstStyle/>
        <a:p>
          <a:r>
            <a:rPr lang="en-US" b="0" i="0"/>
            <a:t>employee_residence, salary_in_usd, work_setting</a:t>
          </a:r>
          <a:br>
            <a:rPr lang="en-US" b="0" i="0"/>
          </a:br>
          <a:endParaRPr lang="en-IN"/>
        </a:p>
      </dgm:t>
    </dgm:pt>
    <dgm:pt modelId="{CD308CD7-B101-4EB1-8BD1-F3D360854002}" type="parTrans" cxnId="{0AD135C3-0AF7-4236-915C-AA871AC2E3BE}">
      <dgm:prSet/>
      <dgm:spPr/>
      <dgm:t>
        <a:bodyPr/>
        <a:lstStyle/>
        <a:p>
          <a:endParaRPr lang="en-IN"/>
        </a:p>
      </dgm:t>
    </dgm:pt>
    <dgm:pt modelId="{2F27FD3B-5F16-428B-A19F-22404397CF16}" type="sibTrans" cxnId="{0AD135C3-0AF7-4236-915C-AA871AC2E3BE}">
      <dgm:prSet/>
      <dgm:spPr/>
      <dgm:t>
        <a:bodyPr/>
        <a:lstStyle/>
        <a:p>
          <a:endParaRPr lang="en-IN"/>
        </a:p>
      </dgm:t>
    </dgm:pt>
    <dgm:pt modelId="{7405ADD2-E72F-421F-ACD4-DD6414BAB3AB}">
      <dgm:prSet/>
      <dgm:spPr/>
      <dgm:t>
        <a:bodyPr/>
        <a:lstStyle/>
        <a:p>
          <a:r>
            <a:rPr lang="en-US" b="0" i="0"/>
            <a:t>cost_of_living_index, adjusted_salary</a:t>
          </a:r>
          <a:endParaRPr lang="en-IN"/>
        </a:p>
      </dgm:t>
    </dgm:pt>
    <dgm:pt modelId="{7F56B8AF-949E-476D-8CB5-C39F9F8D7FD3}" type="parTrans" cxnId="{66C410F4-78EC-436E-BBE6-6692C48DAA58}">
      <dgm:prSet/>
      <dgm:spPr/>
      <dgm:t>
        <a:bodyPr/>
        <a:lstStyle/>
        <a:p>
          <a:endParaRPr lang="en-IN"/>
        </a:p>
      </dgm:t>
    </dgm:pt>
    <dgm:pt modelId="{5B0B7ECF-83CA-464A-9A00-75A423F583EF}" type="sibTrans" cxnId="{66C410F4-78EC-436E-BBE6-6692C48DAA58}">
      <dgm:prSet/>
      <dgm:spPr/>
      <dgm:t>
        <a:bodyPr/>
        <a:lstStyle/>
        <a:p>
          <a:endParaRPr lang="en-IN"/>
        </a:p>
      </dgm:t>
    </dgm:pt>
    <dgm:pt modelId="{0E4B08F7-3414-485E-8D05-B9C12D4E65BF}" type="pres">
      <dgm:prSet presAssocID="{D07EA3D8-2794-445D-B48D-9F3035D178CC}" presName="linearFlow" presStyleCnt="0">
        <dgm:presLayoutVars>
          <dgm:dir/>
          <dgm:animLvl val="lvl"/>
          <dgm:resizeHandles val="exact"/>
        </dgm:presLayoutVars>
      </dgm:prSet>
      <dgm:spPr/>
    </dgm:pt>
    <dgm:pt modelId="{1E2C179B-74DF-423A-85D4-930B825756A2}" type="pres">
      <dgm:prSet presAssocID="{F3BDA2AE-1FBB-44E7-A27D-0A2DC606A1CE}" presName="composite" presStyleCnt="0"/>
      <dgm:spPr/>
    </dgm:pt>
    <dgm:pt modelId="{6392A94F-A83C-4DD6-BDE5-DA5DABD0079D}" type="pres">
      <dgm:prSet presAssocID="{F3BDA2AE-1FBB-44E7-A27D-0A2DC606A1C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4679DED-713B-4B37-B226-6DE018CECA7F}" type="pres">
      <dgm:prSet presAssocID="{F3BDA2AE-1FBB-44E7-A27D-0A2DC606A1CE}" presName="descendantText" presStyleLbl="alignAcc1" presStyleIdx="0" presStyleCnt="3">
        <dgm:presLayoutVars>
          <dgm:bulletEnabled val="1"/>
        </dgm:presLayoutVars>
      </dgm:prSet>
      <dgm:spPr/>
    </dgm:pt>
    <dgm:pt modelId="{04F030A6-1802-42B2-AC94-83C3CF7EF4B2}" type="pres">
      <dgm:prSet presAssocID="{119A0E65-30B9-4C9C-92FC-2FC0BF667A98}" presName="sp" presStyleCnt="0"/>
      <dgm:spPr/>
    </dgm:pt>
    <dgm:pt modelId="{5951367D-8BA5-4AFD-B9F6-822CB44A9B52}" type="pres">
      <dgm:prSet presAssocID="{940EBCD8-AE01-401F-B103-012BE63AE74A}" presName="composite" presStyleCnt="0"/>
      <dgm:spPr/>
    </dgm:pt>
    <dgm:pt modelId="{B925159B-ED46-462B-B690-EC048FF8E45C}" type="pres">
      <dgm:prSet presAssocID="{940EBCD8-AE01-401F-B103-012BE63AE74A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842D3C4-53A0-4077-A4CE-F499CA9F36C1}" type="pres">
      <dgm:prSet presAssocID="{940EBCD8-AE01-401F-B103-012BE63AE74A}" presName="descendantText" presStyleLbl="alignAcc1" presStyleIdx="1" presStyleCnt="3">
        <dgm:presLayoutVars>
          <dgm:bulletEnabled val="1"/>
        </dgm:presLayoutVars>
      </dgm:prSet>
      <dgm:spPr/>
    </dgm:pt>
    <dgm:pt modelId="{158A593F-6C2D-4426-BABA-02467338CD88}" type="pres">
      <dgm:prSet presAssocID="{00FEC61C-A0B4-45AB-B169-7316A9CE9C81}" presName="sp" presStyleCnt="0"/>
      <dgm:spPr/>
    </dgm:pt>
    <dgm:pt modelId="{83435CA2-E262-44D6-BC02-41819992746C}" type="pres">
      <dgm:prSet presAssocID="{578CCBF6-A2BF-46E4-80D7-D59799BB3039}" presName="composite" presStyleCnt="0"/>
      <dgm:spPr/>
    </dgm:pt>
    <dgm:pt modelId="{C61AF86B-6E3D-4D54-86F1-BF96D45DD974}" type="pres">
      <dgm:prSet presAssocID="{578CCBF6-A2BF-46E4-80D7-D59799BB303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98312DF-7D89-4835-B298-16A503A0049C}" type="pres">
      <dgm:prSet presAssocID="{578CCBF6-A2BF-46E4-80D7-D59799BB303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B347E0C-DBD0-481C-9CB6-0E034B15D2A6}" srcId="{578CCBF6-A2BF-46E4-80D7-D59799BB3039}" destId="{1E5AF228-83B2-4454-987F-A98AA2EC25E3}" srcOrd="0" destOrd="0" parTransId="{1408B27A-2B3A-4184-AAD3-3814EAE972BC}" sibTransId="{42B10119-C4E1-48AF-B746-8F29F712F7AA}"/>
    <dgm:cxn modelId="{C01A8B11-2B79-4A14-AB28-1CCA43240AAF}" type="presOf" srcId="{3721E188-4187-43A2-9177-C65187F41368}" destId="{798312DF-7D89-4835-B298-16A503A0049C}" srcOrd="0" destOrd="1" presId="urn:microsoft.com/office/officeart/2005/8/layout/chevron2"/>
    <dgm:cxn modelId="{234B6321-1CD7-45A7-A4DA-2A7941977594}" srcId="{D07EA3D8-2794-445D-B48D-9F3035D178CC}" destId="{F3BDA2AE-1FBB-44E7-A27D-0A2DC606A1CE}" srcOrd="0" destOrd="0" parTransId="{3223D6D3-823D-4B2D-9E15-AC1F28F69D59}" sibTransId="{119A0E65-30B9-4C9C-92FC-2FC0BF667A98}"/>
    <dgm:cxn modelId="{62BD5524-4374-47B3-B352-1BC5D1C48EF8}" type="presOf" srcId="{7405ADD2-E72F-421F-ACD4-DD6414BAB3AB}" destId="{798312DF-7D89-4835-B298-16A503A0049C}" srcOrd="0" destOrd="2" presId="urn:microsoft.com/office/officeart/2005/8/layout/chevron2"/>
    <dgm:cxn modelId="{E4B3CE38-D340-4DDF-A42E-49C5066A63B5}" type="presOf" srcId="{C39E05DF-E073-43F0-93D5-6B94422FCEC6}" destId="{34679DED-713B-4B37-B226-6DE018CECA7F}" srcOrd="0" destOrd="1" presId="urn:microsoft.com/office/officeart/2005/8/layout/chevron2"/>
    <dgm:cxn modelId="{77172F3B-B9FB-4A31-B612-FD7C2A5D3E2C}" type="presOf" srcId="{940EBCD8-AE01-401F-B103-012BE63AE74A}" destId="{B925159B-ED46-462B-B690-EC048FF8E45C}" srcOrd="0" destOrd="0" presId="urn:microsoft.com/office/officeart/2005/8/layout/chevron2"/>
    <dgm:cxn modelId="{07A4073E-7D43-4E1D-88AC-3AE3DB763939}" type="presOf" srcId="{D07EA3D8-2794-445D-B48D-9F3035D178CC}" destId="{0E4B08F7-3414-485E-8D05-B9C12D4E65BF}" srcOrd="0" destOrd="0" presId="urn:microsoft.com/office/officeart/2005/8/layout/chevron2"/>
    <dgm:cxn modelId="{64961243-2B11-4F3A-971E-1DA5AC33CD81}" type="presOf" srcId="{A91D7339-2086-484F-90F9-F1F331004E04}" destId="{F842D3C4-53A0-4077-A4CE-F499CA9F36C1}" srcOrd="0" destOrd="0" presId="urn:microsoft.com/office/officeart/2005/8/layout/chevron2"/>
    <dgm:cxn modelId="{473F786A-477A-498B-98F5-EF066238E2FB}" type="presOf" srcId="{583AE57A-8BED-492F-9438-9B6799F801CE}" destId="{34679DED-713B-4B37-B226-6DE018CECA7F}" srcOrd="0" destOrd="2" presId="urn:microsoft.com/office/officeart/2005/8/layout/chevron2"/>
    <dgm:cxn modelId="{36FDA37B-8A6B-400E-A15D-BF13167D7F2A}" srcId="{D07EA3D8-2794-445D-B48D-9F3035D178CC}" destId="{578CCBF6-A2BF-46E4-80D7-D59799BB3039}" srcOrd="2" destOrd="0" parTransId="{ACFCEE2F-048C-4FC2-A369-E097514B5734}" sibTransId="{FE95E496-2A88-4B5E-B544-62AE2FEB87CC}"/>
    <dgm:cxn modelId="{176AEF99-5786-4534-A830-B25BC12C74CA}" srcId="{F3BDA2AE-1FBB-44E7-A27D-0A2DC606A1CE}" destId="{288AFA1F-2D8D-48DB-905D-18438C375486}" srcOrd="0" destOrd="0" parTransId="{A8A3F995-601F-4B37-BF96-CDE949FC6B8D}" sibTransId="{51693AE2-9B71-4BF7-BB37-9DA3CD29AB0F}"/>
    <dgm:cxn modelId="{62A1DB9B-DE31-4506-8161-A203A5BAC72B}" srcId="{288AFA1F-2D8D-48DB-905D-18438C375486}" destId="{583AE57A-8BED-492F-9438-9B6799F801CE}" srcOrd="1" destOrd="0" parTransId="{258BD986-3CB0-40EA-83A8-EC5F70D29E94}" sibTransId="{802E8789-47F2-4CE7-9E56-058C159BF32C}"/>
    <dgm:cxn modelId="{DD2C58AA-966A-44EB-9AC1-97A907045632}" type="presOf" srcId="{1E5AF228-83B2-4454-987F-A98AA2EC25E3}" destId="{798312DF-7D89-4835-B298-16A503A0049C}" srcOrd="0" destOrd="0" presId="urn:microsoft.com/office/officeart/2005/8/layout/chevron2"/>
    <dgm:cxn modelId="{3BBDD2B6-0D73-4AD5-94FF-F656FCEE00AF}" type="presOf" srcId="{F3BDA2AE-1FBB-44E7-A27D-0A2DC606A1CE}" destId="{6392A94F-A83C-4DD6-BDE5-DA5DABD0079D}" srcOrd="0" destOrd="0" presId="urn:microsoft.com/office/officeart/2005/8/layout/chevron2"/>
    <dgm:cxn modelId="{4500FFC1-03BA-4241-BB82-18A3C562AEC3}" srcId="{940EBCD8-AE01-401F-B103-012BE63AE74A}" destId="{A91D7339-2086-484F-90F9-F1F331004E04}" srcOrd="0" destOrd="0" parTransId="{23ABF715-527D-4A31-A0C5-FD66B5B0A4A0}" sibTransId="{0789096A-18E9-4BB3-BF80-AB5E016AAD0B}"/>
    <dgm:cxn modelId="{0AD135C3-0AF7-4236-915C-AA871AC2E3BE}" srcId="{578CCBF6-A2BF-46E4-80D7-D59799BB3039}" destId="{3721E188-4187-43A2-9177-C65187F41368}" srcOrd="1" destOrd="0" parTransId="{CD308CD7-B101-4EB1-8BD1-F3D360854002}" sibTransId="{2F27FD3B-5F16-428B-A19F-22404397CF16}"/>
    <dgm:cxn modelId="{67CBDEC6-2FCC-410E-8495-AB98732D21EE}" type="presOf" srcId="{578CCBF6-A2BF-46E4-80D7-D59799BB3039}" destId="{C61AF86B-6E3D-4D54-86F1-BF96D45DD974}" srcOrd="0" destOrd="0" presId="urn:microsoft.com/office/officeart/2005/8/layout/chevron2"/>
    <dgm:cxn modelId="{F08DA8D1-6651-4616-9292-0F8C85E1D750}" srcId="{288AFA1F-2D8D-48DB-905D-18438C375486}" destId="{C39E05DF-E073-43F0-93D5-6B94422FCEC6}" srcOrd="0" destOrd="0" parTransId="{5DBC7DEF-A76E-4094-B72D-1378FBBDF3AE}" sibTransId="{771DA9DB-E6AE-42D7-BAE7-BE3DA868262B}"/>
    <dgm:cxn modelId="{793C9BD4-FE88-49DC-8D60-6DFDC757903E}" type="presOf" srcId="{288AFA1F-2D8D-48DB-905D-18438C375486}" destId="{34679DED-713B-4B37-B226-6DE018CECA7F}" srcOrd="0" destOrd="0" presId="urn:microsoft.com/office/officeart/2005/8/layout/chevron2"/>
    <dgm:cxn modelId="{8B8CF8E6-521D-497B-B4E3-80B0DBB7735C}" srcId="{D07EA3D8-2794-445D-B48D-9F3035D178CC}" destId="{940EBCD8-AE01-401F-B103-012BE63AE74A}" srcOrd="1" destOrd="0" parTransId="{2183C825-684A-4D12-9D5B-0AC18ED52589}" sibTransId="{00FEC61C-A0B4-45AB-B169-7316A9CE9C81}"/>
    <dgm:cxn modelId="{66C410F4-78EC-436E-BBE6-6692C48DAA58}" srcId="{578CCBF6-A2BF-46E4-80D7-D59799BB3039}" destId="{7405ADD2-E72F-421F-ACD4-DD6414BAB3AB}" srcOrd="2" destOrd="0" parTransId="{7F56B8AF-949E-476D-8CB5-C39F9F8D7FD3}" sibTransId="{5B0B7ECF-83CA-464A-9A00-75A423F583EF}"/>
    <dgm:cxn modelId="{50844D6E-C46A-40A1-99B0-FA3B1358517B}" type="presParOf" srcId="{0E4B08F7-3414-485E-8D05-B9C12D4E65BF}" destId="{1E2C179B-74DF-423A-85D4-930B825756A2}" srcOrd="0" destOrd="0" presId="urn:microsoft.com/office/officeart/2005/8/layout/chevron2"/>
    <dgm:cxn modelId="{4C81307C-CEC2-458B-87D0-9D1888959FA8}" type="presParOf" srcId="{1E2C179B-74DF-423A-85D4-930B825756A2}" destId="{6392A94F-A83C-4DD6-BDE5-DA5DABD0079D}" srcOrd="0" destOrd="0" presId="urn:microsoft.com/office/officeart/2005/8/layout/chevron2"/>
    <dgm:cxn modelId="{FAA20E96-794D-4D18-A855-86A68D268EF5}" type="presParOf" srcId="{1E2C179B-74DF-423A-85D4-930B825756A2}" destId="{34679DED-713B-4B37-B226-6DE018CECA7F}" srcOrd="1" destOrd="0" presId="urn:microsoft.com/office/officeart/2005/8/layout/chevron2"/>
    <dgm:cxn modelId="{5FF8B43C-F8CB-4268-B69A-D373BCD2E5E2}" type="presParOf" srcId="{0E4B08F7-3414-485E-8D05-B9C12D4E65BF}" destId="{04F030A6-1802-42B2-AC94-83C3CF7EF4B2}" srcOrd="1" destOrd="0" presId="urn:microsoft.com/office/officeart/2005/8/layout/chevron2"/>
    <dgm:cxn modelId="{2F15F731-AB3D-4D2D-B381-2CFCC30BAA6D}" type="presParOf" srcId="{0E4B08F7-3414-485E-8D05-B9C12D4E65BF}" destId="{5951367D-8BA5-4AFD-B9F6-822CB44A9B52}" srcOrd="2" destOrd="0" presId="urn:microsoft.com/office/officeart/2005/8/layout/chevron2"/>
    <dgm:cxn modelId="{FDD153D4-A6EB-4936-B22B-6E886151E09E}" type="presParOf" srcId="{5951367D-8BA5-4AFD-B9F6-822CB44A9B52}" destId="{B925159B-ED46-462B-B690-EC048FF8E45C}" srcOrd="0" destOrd="0" presId="urn:microsoft.com/office/officeart/2005/8/layout/chevron2"/>
    <dgm:cxn modelId="{F6713F15-EE80-48B7-BCFE-4B0C65B1A310}" type="presParOf" srcId="{5951367D-8BA5-4AFD-B9F6-822CB44A9B52}" destId="{F842D3C4-53A0-4077-A4CE-F499CA9F36C1}" srcOrd="1" destOrd="0" presId="urn:microsoft.com/office/officeart/2005/8/layout/chevron2"/>
    <dgm:cxn modelId="{6DCC2E6B-1D5B-4CD6-85B7-F14D26712466}" type="presParOf" srcId="{0E4B08F7-3414-485E-8D05-B9C12D4E65BF}" destId="{158A593F-6C2D-4426-BABA-02467338CD88}" srcOrd="3" destOrd="0" presId="urn:microsoft.com/office/officeart/2005/8/layout/chevron2"/>
    <dgm:cxn modelId="{4602ACC8-5F87-4875-89F2-942463D5853F}" type="presParOf" srcId="{0E4B08F7-3414-485E-8D05-B9C12D4E65BF}" destId="{83435CA2-E262-44D6-BC02-41819992746C}" srcOrd="4" destOrd="0" presId="urn:microsoft.com/office/officeart/2005/8/layout/chevron2"/>
    <dgm:cxn modelId="{C873CC07-27C5-4BD4-91AB-BC3F74843844}" type="presParOf" srcId="{83435CA2-E262-44D6-BC02-41819992746C}" destId="{C61AF86B-6E3D-4D54-86F1-BF96D45DD974}" srcOrd="0" destOrd="0" presId="urn:microsoft.com/office/officeart/2005/8/layout/chevron2"/>
    <dgm:cxn modelId="{8869D860-920D-46CD-8335-CB17560F0EFB}" type="presParOf" srcId="{83435CA2-E262-44D6-BC02-41819992746C}" destId="{798312DF-7D89-4835-B298-16A503A0049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B1F2FA-05D9-4850-8E55-0ADDE5F74D3E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959429C5-CBA9-40D9-9075-014CEAEF2AC3}">
      <dgm:prSet/>
      <dgm:spPr/>
      <dgm:t>
        <a:bodyPr/>
        <a:lstStyle/>
        <a:p>
          <a:r>
            <a:rPr lang="en-US" b="0" i="0" dirty="0"/>
            <a:t>Data Cleaning &amp; Processing</a:t>
          </a:r>
          <a:endParaRPr lang="en-IN" dirty="0"/>
        </a:p>
      </dgm:t>
    </dgm:pt>
    <dgm:pt modelId="{B5EF83E3-8B00-47AC-B39B-DAA711DF8BE3}" type="parTrans" cxnId="{9F0B7D36-5D23-4828-9675-083B145CAB4F}">
      <dgm:prSet/>
      <dgm:spPr/>
      <dgm:t>
        <a:bodyPr/>
        <a:lstStyle/>
        <a:p>
          <a:endParaRPr lang="en-IN"/>
        </a:p>
      </dgm:t>
    </dgm:pt>
    <dgm:pt modelId="{F97B840A-45BA-4C86-BFE4-9A3D1BB82EE4}" type="sibTrans" cxnId="{9F0B7D36-5D23-4828-9675-083B145CAB4F}">
      <dgm:prSet/>
      <dgm:spPr/>
      <dgm:t>
        <a:bodyPr/>
        <a:lstStyle/>
        <a:p>
          <a:endParaRPr lang="en-IN"/>
        </a:p>
      </dgm:t>
    </dgm:pt>
    <dgm:pt modelId="{5256CE35-861E-4D35-A1F4-3ACC5CA270F1}" type="pres">
      <dgm:prSet presAssocID="{55B1F2FA-05D9-4850-8E55-0ADDE5F74D3E}" presName="linear" presStyleCnt="0">
        <dgm:presLayoutVars>
          <dgm:animLvl val="lvl"/>
          <dgm:resizeHandles val="exact"/>
        </dgm:presLayoutVars>
      </dgm:prSet>
      <dgm:spPr/>
    </dgm:pt>
    <dgm:pt modelId="{BC4CFAEA-29C5-49F0-B78D-92B7CC0D2C02}" type="pres">
      <dgm:prSet presAssocID="{959429C5-CBA9-40D9-9075-014CEAEF2AC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36EF900-79DC-47F8-9529-5E921B94A2D7}" type="presOf" srcId="{959429C5-CBA9-40D9-9075-014CEAEF2AC3}" destId="{BC4CFAEA-29C5-49F0-B78D-92B7CC0D2C02}" srcOrd="0" destOrd="0" presId="urn:microsoft.com/office/officeart/2005/8/layout/vList2"/>
    <dgm:cxn modelId="{9F0B7D36-5D23-4828-9675-083B145CAB4F}" srcId="{55B1F2FA-05D9-4850-8E55-0ADDE5F74D3E}" destId="{959429C5-CBA9-40D9-9075-014CEAEF2AC3}" srcOrd="0" destOrd="0" parTransId="{B5EF83E3-8B00-47AC-B39B-DAA711DF8BE3}" sibTransId="{F97B840A-45BA-4C86-BFE4-9A3D1BB82EE4}"/>
    <dgm:cxn modelId="{F785B7C0-4EA4-4581-B714-050C4860E374}" type="presOf" srcId="{55B1F2FA-05D9-4850-8E55-0ADDE5F74D3E}" destId="{5256CE35-861E-4D35-A1F4-3ACC5CA270F1}" srcOrd="0" destOrd="0" presId="urn:microsoft.com/office/officeart/2005/8/layout/vList2"/>
    <dgm:cxn modelId="{10D22D90-0C53-44B4-97DF-27614466B599}" type="presParOf" srcId="{5256CE35-861E-4D35-A1F4-3ACC5CA270F1}" destId="{BC4CFAEA-29C5-49F0-B78D-92B7CC0D2C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03DCB4-FEB7-484A-BC6F-65B5775561CC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9187FB81-3807-47CC-AF11-410EDC8A776A}">
      <dgm:prSet/>
      <dgm:spPr/>
      <dgm:t>
        <a:bodyPr/>
        <a:lstStyle/>
        <a:p>
          <a:r>
            <a:rPr lang="en-US" b="0" i="0" dirty="0"/>
            <a:t>Visualizations </a:t>
          </a:r>
          <a:endParaRPr lang="en-IN" dirty="0"/>
        </a:p>
      </dgm:t>
    </dgm:pt>
    <dgm:pt modelId="{81C92223-5668-4A00-9596-1F04FBEAF11A}" type="parTrans" cxnId="{664006A7-CECA-498E-B4F8-E98BD918DC22}">
      <dgm:prSet/>
      <dgm:spPr/>
      <dgm:t>
        <a:bodyPr/>
        <a:lstStyle/>
        <a:p>
          <a:endParaRPr lang="en-IN"/>
        </a:p>
      </dgm:t>
    </dgm:pt>
    <dgm:pt modelId="{DB160809-631D-412C-A333-D19016FBA4BB}" type="sibTrans" cxnId="{664006A7-CECA-498E-B4F8-E98BD918DC22}">
      <dgm:prSet/>
      <dgm:spPr/>
      <dgm:t>
        <a:bodyPr/>
        <a:lstStyle/>
        <a:p>
          <a:endParaRPr lang="en-IN"/>
        </a:p>
      </dgm:t>
    </dgm:pt>
    <dgm:pt modelId="{F7423C3C-8320-41D2-80DB-687C951A0F0F}" type="pres">
      <dgm:prSet presAssocID="{4203DCB4-FEB7-484A-BC6F-65B5775561CC}" presName="linear" presStyleCnt="0">
        <dgm:presLayoutVars>
          <dgm:animLvl val="lvl"/>
          <dgm:resizeHandles val="exact"/>
        </dgm:presLayoutVars>
      </dgm:prSet>
      <dgm:spPr/>
    </dgm:pt>
    <dgm:pt modelId="{04F272CE-2E6B-4E65-BDE7-5440E6D2533B}" type="pres">
      <dgm:prSet presAssocID="{9187FB81-3807-47CC-AF11-410EDC8A776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B920A2D-D7D2-4BA2-A83C-0D5A3BE1A1F8}" type="presOf" srcId="{4203DCB4-FEB7-484A-BC6F-65B5775561CC}" destId="{F7423C3C-8320-41D2-80DB-687C951A0F0F}" srcOrd="0" destOrd="0" presId="urn:microsoft.com/office/officeart/2005/8/layout/vList2"/>
    <dgm:cxn modelId="{664006A7-CECA-498E-B4F8-E98BD918DC22}" srcId="{4203DCB4-FEB7-484A-BC6F-65B5775561CC}" destId="{9187FB81-3807-47CC-AF11-410EDC8A776A}" srcOrd="0" destOrd="0" parTransId="{81C92223-5668-4A00-9596-1F04FBEAF11A}" sibTransId="{DB160809-631D-412C-A333-D19016FBA4BB}"/>
    <dgm:cxn modelId="{2709ECFD-EFE9-46D8-A6CC-39A09644468E}" type="presOf" srcId="{9187FB81-3807-47CC-AF11-410EDC8A776A}" destId="{04F272CE-2E6B-4E65-BDE7-5440E6D2533B}" srcOrd="0" destOrd="0" presId="urn:microsoft.com/office/officeart/2005/8/layout/vList2"/>
    <dgm:cxn modelId="{B6CFB290-DD01-4F70-9EE7-13993A92C914}" type="presParOf" srcId="{F7423C3C-8320-41D2-80DB-687C951A0F0F}" destId="{04F272CE-2E6B-4E65-BDE7-5440E6D253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D70762-F509-4971-A12B-D21C7E817F33}" type="doc">
      <dgm:prSet loTypeId="urn:microsoft.com/office/officeart/2005/8/layout/target3" loCatId="relationship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EFF0C2BF-851E-4B51-B1E8-F608E60DF4DA}">
      <dgm:prSet/>
      <dgm:spPr/>
      <dgm:t>
        <a:bodyPr/>
        <a:lstStyle/>
        <a:p>
          <a:r>
            <a:rPr lang="en-US" b="0" i="0"/>
            <a:t>Exploring trends across roles, regions, and experience levels</a:t>
          </a:r>
          <a:br>
            <a:rPr lang="en-US" b="0" i="0"/>
          </a:br>
          <a:endParaRPr lang="en-IN"/>
        </a:p>
      </dgm:t>
    </dgm:pt>
    <dgm:pt modelId="{0DC7773C-8657-476E-B8B9-65D7B23B2FF9}" type="parTrans" cxnId="{CD19EF08-EDA9-43D3-A5BD-299FED0B85E8}">
      <dgm:prSet/>
      <dgm:spPr/>
      <dgm:t>
        <a:bodyPr/>
        <a:lstStyle/>
        <a:p>
          <a:endParaRPr lang="en-IN"/>
        </a:p>
      </dgm:t>
    </dgm:pt>
    <dgm:pt modelId="{D89FE15E-381B-4CCE-B3EE-33D91EB94BF1}" type="sibTrans" cxnId="{CD19EF08-EDA9-43D3-A5BD-299FED0B85E8}">
      <dgm:prSet/>
      <dgm:spPr/>
      <dgm:t>
        <a:bodyPr/>
        <a:lstStyle/>
        <a:p>
          <a:endParaRPr lang="en-IN"/>
        </a:p>
      </dgm:t>
    </dgm:pt>
    <dgm:pt modelId="{94DDF831-BF8E-4473-BEDD-400E39036FC7}">
      <dgm:prSet/>
      <dgm:spPr/>
      <dgm:t>
        <a:bodyPr/>
        <a:lstStyle/>
        <a:p>
          <a:r>
            <a:rPr lang="en-US" b="0" i="0"/>
            <a:t>Used </a:t>
          </a:r>
          <a:r>
            <a:rPr lang="en-US" b="1" i="0"/>
            <a:t>ggplot2 </a:t>
          </a:r>
          <a:r>
            <a:rPr lang="en-US" b="0" i="0"/>
            <a:t>and </a:t>
          </a:r>
          <a:r>
            <a:rPr lang="en-US" b="1" i="0"/>
            <a:t>dplyr </a:t>
          </a:r>
          <a:r>
            <a:rPr lang="en-US" b="0" i="0"/>
            <a:t>for plotting salary trends and group-wise comparisons</a:t>
          </a:r>
          <a:br>
            <a:rPr lang="en-US" b="0" i="0"/>
          </a:br>
          <a:endParaRPr lang="en-IN"/>
        </a:p>
      </dgm:t>
    </dgm:pt>
    <dgm:pt modelId="{80EE30A5-25C6-4676-BDD8-D988790FA361}" type="parTrans" cxnId="{BC542193-FB73-4F0A-9FA8-9FAE10097F0F}">
      <dgm:prSet/>
      <dgm:spPr/>
      <dgm:t>
        <a:bodyPr/>
        <a:lstStyle/>
        <a:p>
          <a:endParaRPr lang="en-IN"/>
        </a:p>
      </dgm:t>
    </dgm:pt>
    <dgm:pt modelId="{64B24350-93B3-47FC-9A25-6DC914C0D57C}" type="sibTrans" cxnId="{BC542193-FB73-4F0A-9FA8-9FAE10097F0F}">
      <dgm:prSet/>
      <dgm:spPr/>
      <dgm:t>
        <a:bodyPr/>
        <a:lstStyle/>
        <a:p>
          <a:endParaRPr lang="en-IN"/>
        </a:p>
      </dgm:t>
    </dgm:pt>
    <dgm:pt modelId="{6F44F778-DE56-46BC-AC76-E88106162BAF}">
      <dgm:prSet/>
      <dgm:spPr/>
      <dgm:t>
        <a:bodyPr/>
        <a:lstStyle/>
        <a:p>
          <a:r>
            <a:rPr lang="en-US" b="0" i="0"/>
            <a:t>Visualized salary progression over years across experience levels using line charts</a:t>
          </a:r>
          <a:br>
            <a:rPr lang="en-US" b="0" i="0"/>
          </a:br>
          <a:endParaRPr lang="en-IN"/>
        </a:p>
      </dgm:t>
    </dgm:pt>
    <dgm:pt modelId="{9E528C1B-9776-45C1-9AFA-0B3C5C349DCC}" type="parTrans" cxnId="{7DD3B5D9-5CF3-46B8-8713-5398F762BBD0}">
      <dgm:prSet/>
      <dgm:spPr/>
      <dgm:t>
        <a:bodyPr/>
        <a:lstStyle/>
        <a:p>
          <a:endParaRPr lang="en-IN"/>
        </a:p>
      </dgm:t>
    </dgm:pt>
    <dgm:pt modelId="{F17364F2-1251-4C62-81B6-0DE14DC8027D}" type="sibTrans" cxnId="{7DD3B5D9-5CF3-46B8-8713-5398F762BBD0}">
      <dgm:prSet/>
      <dgm:spPr/>
      <dgm:t>
        <a:bodyPr/>
        <a:lstStyle/>
        <a:p>
          <a:endParaRPr lang="en-IN"/>
        </a:p>
      </dgm:t>
    </dgm:pt>
    <dgm:pt modelId="{B105B706-733F-40E2-8C77-B4A8D1C43A5A}">
      <dgm:prSet/>
      <dgm:spPr/>
      <dgm:t>
        <a:bodyPr/>
        <a:lstStyle/>
        <a:p>
          <a:r>
            <a:rPr lang="en-US" b="0" i="0"/>
            <a:t>Applied cost-of-living adjustment to normalize salaries across countries</a:t>
          </a:r>
          <a:br>
            <a:rPr lang="en-US" b="0" i="0"/>
          </a:br>
          <a:endParaRPr lang="en-IN"/>
        </a:p>
      </dgm:t>
    </dgm:pt>
    <dgm:pt modelId="{FDE165EF-2ED9-40FF-8183-0E8BEB5442E8}" type="parTrans" cxnId="{74A9C2D3-0D29-4FEA-8B9E-5D3EEA3BB37D}">
      <dgm:prSet/>
      <dgm:spPr/>
      <dgm:t>
        <a:bodyPr/>
        <a:lstStyle/>
        <a:p>
          <a:endParaRPr lang="en-IN"/>
        </a:p>
      </dgm:t>
    </dgm:pt>
    <dgm:pt modelId="{6574F7CD-CC40-4011-9B1B-07D288A231C5}" type="sibTrans" cxnId="{74A9C2D3-0D29-4FEA-8B9E-5D3EEA3BB37D}">
      <dgm:prSet/>
      <dgm:spPr/>
      <dgm:t>
        <a:bodyPr/>
        <a:lstStyle/>
        <a:p>
          <a:endParaRPr lang="en-IN"/>
        </a:p>
      </dgm:t>
    </dgm:pt>
    <dgm:pt modelId="{EEB88345-F0D6-4116-B084-E815924180A5}">
      <dgm:prSet/>
      <dgm:spPr/>
      <dgm:t>
        <a:bodyPr/>
        <a:lstStyle/>
        <a:p>
          <a:r>
            <a:rPr lang="en-US" b="0" i="0"/>
            <a:t>Analyzed salary distributions by work setting (Remote, Hybrid, In-person) via boxplots</a:t>
          </a:r>
          <a:endParaRPr lang="en-IN"/>
        </a:p>
      </dgm:t>
    </dgm:pt>
    <dgm:pt modelId="{A21D8831-0B9B-4B0E-B3DC-1632E9043856}" type="parTrans" cxnId="{EE16896E-D731-45F8-A624-942B7895484F}">
      <dgm:prSet/>
      <dgm:spPr/>
      <dgm:t>
        <a:bodyPr/>
        <a:lstStyle/>
        <a:p>
          <a:endParaRPr lang="en-IN"/>
        </a:p>
      </dgm:t>
    </dgm:pt>
    <dgm:pt modelId="{7EC2DEA8-7870-45E8-907F-30BA20A8DE10}" type="sibTrans" cxnId="{EE16896E-D731-45F8-A624-942B7895484F}">
      <dgm:prSet/>
      <dgm:spPr/>
      <dgm:t>
        <a:bodyPr/>
        <a:lstStyle/>
        <a:p>
          <a:endParaRPr lang="en-IN"/>
        </a:p>
      </dgm:t>
    </dgm:pt>
    <dgm:pt modelId="{9511C85F-7273-42E9-86F7-1BA639AE52B2}" type="pres">
      <dgm:prSet presAssocID="{ABD70762-F509-4971-A12B-D21C7E817F3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21146EE-2F8F-40D5-A233-7F3ADAB62376}" type="pres">
      <dgm:prSet presAssocID="{EFF0C2BF-851E-4B51-B1E8-F608E60DF4DA}" presName="circle1" presStyleLbl="node1" presStyleIdx="0" presStyleCnt="5"/>
      <dgm:spPr/>
    </dgm:pt>
    <dgm:pt modelId="{0EC68F16-EF61-46A6-8DC3-200F40789671}" type="pres">
      <dgm:prSet presAssocID="{EFF0C2BF-851E-4B51-B1E8-F608E60DF4DA}" presName="space" presStyleCnt="0"/>
      <dgm:spPr/>
    </dgm:pt>
    <dgm:pt modelId="{68B6ADD0-EC69-40DC-92A0-B34D76A890B5}" type="pres">
      <dgm:prSet presAssocID="{EFF0C2BF-851E-4B51-B1E8-F608E60DF4DA}" presName="rect1" presStyleLbl="alignAcc1" presStyleIdx="0" presStyleCnt="5"/>
      <dgm:spPr/>
    </dgm:pt>
    <dgm:pt modelId="{6B759577-9299-4E34-A316-B2D02E5D94E5}" type="pres">
      <dgm:prSet presAssocID="{94DDF831-BF8E-4473-BEDD-400E39036FC7}" presName="vertSpace2" presStyleLbl="node1" presStyleIdx="0" presStyleCnt="5"/>
      <dgm:spPr/>
    </dgm:pt>
    <dgm:pt modelId="{A704970E-10BB-4A15-A216-62F8A64958E0}" type="pres">
      <dgm:prSet presAssocID="{94DDF831-BF8E-4473-BEDD-400E39036FC7}" presName="circle2" presStyleLbl="node1" presStyleIdx="1" presStyleCnt="5"/>
      <dgm:spPr/>
    </dgm:pt>
    <dgm:pt modelId="{E3DB7E9B-8A6C-4383-B091-F04FB472F7E2}" type="pres">
      <dgm:prSet presAssocID="{94DDF831-BF8E-4473-BEDD-400E39036FC7}" presName="rect2" presStyleLbl="alignAcc1" presStyleIdx="1" presStyleCnt="5"/>
      <dgm:spPr/>
    </dgm:pt>
    <dgm:pt modelId="{2ABB6DC9-1365-4C52-9D3F-C8CECC3542D3}" type="pres">
      <dgm:prSet presAssocID="{6F44F778-DE56-46BC-AC76-E88106162BAF}" presName="vertSpace3" presStyleLbl="node1" presStyleIdx="1" presStyleCnt="5"/>
      <dgm:spPr/>
    </dgm:pt>
    <dgm:pt modelId="{E8D4E1A9-CEBC-41C8-9962-A3824E5DC510}" type="pres">
      <dgm:prSet presAssocID="{6F44F778-DE56-46BC-AC76-E88106162BAF}" presName="circle3" presStyleLbl="node1" presStyleIdx="2" presStyleCnt="5"/>
      <dgm:spPr/>
    </dgm:pt>
    <dgm:pt modelId="{25C948DD-A317-4E7C-8A02-E1857B7EDA72}" type="pres">
      <dgm:prSet presAssocID="{6F44F778-DE56-46BC-AC76-E88106162BAF}" presName="rect3" presStyleLbl="alignAcc1" presStyleIdx="2" presStyleCnt="5"/>
      <dgm:spPr/>
    </dgm:pt>
    <dgm:pt modelId="{15B3532E-2F4A-4FFD-A485-C0AF7DCED340}" type="pres">
      <dgm:prSet presAssocID="{B105B706-733F-40E2-8C77-B4A8D1C43A5A}" presName="vertSpace4" presStyleLbl="node1" presStyleIdx="2" presStyleCnt="5"/>
      <dgm:spPr/>
    </dgm:pt>
    <dgm:pt modelId="{7B7A9DFD-6F4B-469B-B991-DD3FEF239AF9}" type="pres">
      <dgm:prSet presAssocID="{B105B706-733F-40E2-8C77-B4A8D1C43A5A}" presName="circle4" presStyleLbl="node1" presStyleIdx="3" presStyleCnt="5"/>
      <dgm:spPr/>
    </dgm:pt>
    <dgm:pt modelId="{C6AF82A1-6A80-4069-8B16-B57CD08B0E70}" type="pres">
      <dgm:prSet presAssocID="{B105B706-733F-40E2-8C77-B4A8D1C43A5A}" presName="rect4" presStyleLbl="alignAcc1" presStyleIdx="3" presStyleCnt="5"/>
      <dgm:spPr/>
    </dgm:pt>
    <dgm:pt modelId="{8E56A002-17EE-4550-9362-F0CFACA2D63D}" type="pres">
      <dgm:prSet presAssocID="{EEB88345-F0D6-4116-B084-E815924180A5}" presName="vertSpace5" presStyleLbl="node1" presStyleIdx="3" presStyleCnt="5"/>
      <dgm:spPr/>
    </dgm:pt>
    <dgm:pt modelId="{F4104BC2-E963-4383-A65E-A69FCEB8C704}" type="pres">
      <dgm:prSet presAssocID="{EEB88345-F0D6-4116-B084-E815924180A5}" presName="circle5" presStyleLbl="node1" presStyleIdx="4" presStyleCnt="5"/>
      <dgm:spPr/>
    </dgm:pt>
    <dgm:pt modelId="{48053560-24A3-426A-86BA-FAB07D0064AD}" type="pres">
      <dgm:prSet presAssocID="{EEB88345-F0D6-4116-B084-E815924180A5}" presName="rect5" presStyleLbl="alignAcc1" presStyleIdx="4" presStyleCnt="5"/>
      <dgm:spPr/>
    </dgm:pt>
    <dgm:pt modelId="{30007997-42CA-4A7B-A28A-9376CF32FD86}" type="pres">
      <dgm:prSet presAssocID="{EFF0C2BF-851E-4B51-B1E8-F608E60DF4DA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FE4485AD-05A3-44B4-B5CC-9CF3F97F8E4E}" type="pres">
      <dgm:prSet presAssocID="{94DDF831-BF8E-4473-BEDD-400E39036FC7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4285C85A-F56A-4B9D-941C-775C8F62B93B}" type="pres">
      <dgm:prSet presAssocID="{6F44F778-DE56-46BC-AC76-E88106162BAF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F5B3A4EB-9431-4CE6-8572-6C31D405ADEE}" type="pres">
      <dgm:prSet presAssocID="{B105B706-733F-40E2-8C77-B4A8D1C43A5A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2236A502-83DA-4CC7-B52F-42FA3571665A}" type="pres">
      <dgm:prSet presAssocID="{EEB88345-F0D6-4116-B084-E815924180A5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CD19EF08-EDA9-43D3-A5BD-299FED0B85E8}" srcId="{ABD70762-F509-4971-A12B-D21C7E817F33}" destId="{EFF0C2BF-851E-4B51-B1E8-F608E60DF4DA}" srcOrd="0" destOrd="0" parTransId="{0DC7773C-8657-476E-B8B9-65D7B23B2FF9}" sibTransId="{D89FE15E-381B-4CCE-B3EE-33D91EB94BF1}"/>
    <dgm:cxn modelId="{DF2E3E0B-B308-4E2A-B411-165456E6DEE3}" type="presOf" srcId="{6F44F778-DE56-46BC-AC76-E88106162BAF}" destId="{25C948DD-A317-4E7C-8A02-E1857B7EDA72}" srcOrd="0" destOrd="0" presId="urn:microsoft.com/office/officeart/2005/8/layout/target3"/>
    <dgm:cxn modelId="{888E8519-61B9-4A9D-8B3A-D91BB3C0D5D6}" type="presOf" srcId="{B105B706-733F-40E2-8C77-B4A8D1C43A5A}" destId="{C6AF82A1-6A80-4069-8B16-B57CD08B0E70}" srcOrd="0" destOrd="0" presId="urn:microsoft.com/office/officeart/2005/8/layout/target3"/>
    <dgm:cxn modelId="{2AD3FF19-A285-4C45-9AA5-0F015FD80271}" type="presOf" srcId="{EEB88345-F0D6-4116-B084-E815924180A5}" destId="{2236A502-83DA-4CC7-B52F-42FA3571665A}" srcOrd="1" destOrd="0" presId="urn:microsoft.com/office/officeart/2005/8/layout/target3"/>
    <dgm:cxn modelId="{1B137F6E-D4D2-43D8-8B02-FA3D1C4E62E6}" type="presOf" srcId="{EEB88345-F0D6-4116-B084-E815924180A5}" destId="{48053560-24A3-426A-86BA-FAB07D0064AD}" srcOrd="0" destOrd="0" presId="urn:microsoft.com/office/officeart/2005/8/layout/target3"/>
    <dgm:cxn modelId="{EE16896E-D731-45F8-A624-942B7895484F}" srcId="{ABD70762-F509-4971-A12B-D21C7E817F33}" destId="{EEB88345-F0D6-4116-B084-E815924180A5}" srcOrd="4" destOrd="0" parTransId="{A21D8831-0B9B-4B0E-B3DC-1632E9043856}" sibTransId="{7EC2DEA8-7870-45E8-907F-30BA20A8DE10}"/>
    <dgm:cxn modelId="{8F9C1C81-C001-46E6-A6DE-C34FD1E780DA}" type="presOf" srcId="{EFF0C2BF-851E-4B51-B1E8-F608E60DF4DA}" destId="{68B6ADD0-EC69-40DC-92A0-B34D76A890B5}" srcOrd="0" destOrd="0" presId="urn:microsoft.com/office/officeart/2005/8/layout/target3"/>
    <dgm:cxn modelId="{EC9BCE88-6BD8-4FA8-9D61-D8826976D521}" type="presOf" srcId="{B105B706-733F-40E2-8C77-B4A8D1C43A5A}" destId="{F5B3A4EB-9431-4CE6-8572-6C31D405ADEE}" srcOrd="1" destOrd="0" presId="urn:microsoft.com/office/officeart/2005/8/layout/target3"/>
    <dgm:cxn modelId="{BC542193-FB73-4F0A-9FA8-9FAE10097F0F}" srcId="{ABD70762-F509-4971-A12B-D21C7E817F33}" destId="{94DDF831-BF8E-4473-BEDD-400E39036FC7}" srcOrd="1" destOrd="0" parTransId="{80EE30A5-25C6-4676-BDD8-D988790FA361}" sibTransId="{64B24350-93B3-47FC-9A25-6DC914C0D57C}"/>
    <dgm:cxn modelId="{8C19C6BB-BDAE-48FE-8E86-C4E368CFEBBD}" type="presOf" srcId="{94DDF831-BF8E-4473-BEDD-400E39036FC7}" destId="{FE4485AD-05A3-44B4-B5CC-9CF3F97F8E4E}" srcOrd="1" destOrd="0" presId="urn:microsoft.com/office/officeart/2005/8/layout/target3"/>
    <dgm:cxn modelId="{9060D4CA-2AFF-4EF0-AC07-53D97C9DA4B5}" type="presOf" srcId="{6F44F778-DE56-46BC-AC76-E88106162BAF}" destId="{4285C85A-F56A-4B9D-941C-775C8F62B93B}" srcOrd="1" destOrd="0" presId="urn:microsoft.com/office/officeart/2005/8/layout/target3"/>
    <dgm:cxn modelId="{74A9C2D3-0D29-4FEA-8B9E-5D3EEA3BB37D}" srcId="{ABD70762-F509-4971-A12B-D21C7E817F33}" destId="{B105B706-733F-40E2-8C77-B4A8D1C43A5A}" srcOrd="3" destOrd="0" parTransId="{FDE165EF-2ED9-40FF-8183-0E8BEB5442E8}" sibTransId="{6574F7CD-CC40-4011-9B1B-07D288A231C5}"/>
    <dgm:cxn modelId="{98131FD8-AEC9-4D5E-8AB7-1539C9AE2D63}" type="presOf" srcId="{ABD70762-F509-4971-A12B-D21C7E817F33}" destId="{9511C85F-7273-42E9-86F7-1BA639AE52B2}" srcOrd="0" destOrd="0" presId="urn:microsoft.com/office/officeart/2005/8/layout/target3"/>
    <dgm:cxn modelId="{16E363D8-059E-4930-9255-A002B96A1B8A}" type="presOf" srcId="{94DDF831-BF8E-4473-BEDD-400E39036FC7}" destId="{E3DB7E9B-8A6C-4383-B091-F04FB472F7E2}" srcOrd="0" destOrd="0" presId="urn:microsoft.com/office/officeart/2005/8/layout/target3"/>
    <dgm:cxn modelId="{7DD3B5D9-5CF3-46B8-8713-5398F762BBD0}" srcId="{ABD70762-F509-4971-A12B-D21C7E817F33}" destId="{6F44F778-DE56-46BC-AC76-E88106162BAF}" srcOrd="2" destOrd="0" parTransId="{9E528C1B-9776-45C1-9AFA-0B3C5C349DCC}" sibTransId="{F17364F2-1251-4C62-81B6-0DE14DC8027D}"/>
    <dgm:cxn modelId="{90A021F9-78C3-4786-AE0B-E419AC6D58EA}" type="presOf" srcId="{EFF0C2BF-851E-4B51-B1E8-F608E60DF4DA}" destId="{30007997-42CA-4A7B-A28A-9376CF32FD86}" srcOrd="1" destOrd="0" presId="urn:microsoft.com/office/officeart/2005/8/layout/target3"/>
    <dgm:cxn modelId="{58D1736D-C5D6-4096-B667-57585F7BF887}" type="presParOf" srcId="{9511C85F-7273-42E9-86F7-1BA639AE52B2}" destId="{F21146EE-2F8F-40D5-A233-7F3ADAB62376}" srcOrd="0" destOrd="0" presId="urn:microsoft.com/office/officeart/2005/8/layout/target3"/>
    <dgm:cxn modelId="{C3260D2A-5598-4939-92B1-E1C0412539FD}" type="presParOf" srcId="{9511C85F-7273-42E9-86F7-1BA639AE52B2}" destId="{0EC68F16-EF61-46A6-8DC3-200F40789671}" srcOrd="1" destOrd="0" presId="urn:microsoft.com/office/officeart/2005/8/layout/target3"/>
    <dgm:cxn modelId="{09FD324A-47C5-471B-A36B-B9ED69ADCDBA}" type="presParOf" srcId="{9511C85F-7273-42E9-86F7-1BA639AE52B2}" destId="{68B6ADD0-EC69-40DC-92A0-B34D76A890B5}" srcOrd="2" destOrd="0" presId="urn:microsoft.com/office/officeart/2005/8/layout/target3"/>
    <dgm:cxn modelId="{DED0602B-05DF-4852-B39C-8A140E076BEB}" type="presParOf" srcId="{9511C85F-7273-42E9-86F7-1BA639AE52B2}" destId="{6B759577-9299-4E34-A316-B2D02E5D94E5}" srcOrd="3" destOrd="0" presId="urn:microsoft.com/office/officeart/2005/8/layout/target3"/>
    <dgm:cxn modelId="{945D43A4-622C-42AA-AD9B-1B89194BB6EC}" type="presParOf" srcId="{9511C85F-7273-42E9-86F7-1BA639AE52B2}" destId="{A704970E-10BB-4A15-A216-62F8A64958E0}" srcOrd="4" destOrd="0" presId="urn:microsoft.com/office/officeart/2005/8/layout/target3"/>
    <dgm:cxn modelId="{1624B03F-1885-4633-AD86-9B66599ED802}" type="presParOf" srcId="{9511C85F-7273-42E9-86F7-1BA639AE52B2}" destId="{E3DB7E9B-8A6C-4383-B091-F04FB472F7E2}" srcOrd="5" destOrd="0" presId="urn:microsoft.com/office/officeart/2005/8/layout/target3"/>
    <dgm:cxn modelId="{1E2DAC45-DBAB-4CB9-8980-9932E45F3248}" type="presParOf" srcId="{9511C85F-7273-42E9-86F7-1BA639AE52B2}" destId="{2ABB6DC9-1365-4C52-9D3F-C8CECC3542D3}" srcOrd="6" destOrd="0" presId="urn:microsoft.com/office/officeart/2005/8/layout/target3"/>
    <dgm:cxn modelId="{0A980945-2577-42E8-A5BC-4BCE8FC1B569}" type="presParOf" srcId="{9511C85F-7273-42E9-86F7-1BA639AE52B2}" destId="{E8D4E1A9-CEBC-41C8-9962-A3824E5DC510}" srcOrd="7" destOrd="0" presId="urn:microsoft.com/office/officeart/2005/8/layout/target3"/>
    <dgm:cxn modelId="{3075A97A-2C15-4BD0-A388-6689433E31F5}" type="presParOf" srcId="{9511C85F-7273-42E9-86F7-1BA639AE52B2}" destId="{25C948DD-A317-4E7C-8A02-E1857B7EDA72}" srcOrd="8" destOrd="0" presId="urn:microsoft.com/office/officeart/2005/8/layout/target3"/>
    <dgm:cxn modelId="{7525A297-9968-4EC1-9D9D-B2D6F61F7799}" type="presParOf" srcId="{9511C85F-7273-42E9-86F7-1BA639AE52B2}" destId="{15B3532E-2F4A-4FFD-A485-C0AF7DCED340}" srcOrd="9" destOrd="0" presId="urn:microsoft.com/office/officeart/2005/8/layout/target3"/>
    <dgm:cxn modelId="{22D2C7E0-8AAF-4141-BA0F-059B893A28AC}" type="presParOf" srcId="{9511C85F-7273-42E9-86F7-1BA639AE52B2}" destId="{7B7A9DFD-6F4B-469B-B991-DD3FEF239AF9}" srcOrd="10" destOrd="0" presId="urn:microsoft.com/office/officeart/2005/8/layout/target3"/>
    <dgm:cxn modelId="{73AB9C10-9750-4EBD-9809-26F8271F08A9}" type="presParOf" srcId="{9511C85F-7273-42E9-86F7-1BA639AE52B2}" destId="{C6AF82A1-6A80-4069-8B16-B57CD08B0E70}" srcOrd="11" destOrd="0" presId="urn:microsoft.com/office/officeart/2005/8/layout/target3"/>
    <dgm:cxn modelId="{6C32099C-51A6-4ABE-BA6B-C80CF7C10822}" type="presParOf" srcId="{9511C85F-7273-42E9-86F7-1BA639AE52B2}" destId="{8E56A002-17EE-4550-9362-F0CFACA2D63D}" srcOrd="12" destOrd="0" presId="urn:microsoft.com/office/officeart/2005/8/layout/target3"/>
    <dgm:cxn modelId="{B66E0618-5B3A-455B-A9CC-CB96A17B4BD2}" type="presParOf" srcId="{9511C85F-7273-42E9-86F7-1BA639AE52B2}" destId="{F4104BC2-E963-4383-A65E-A69FCEB8C704}" srcOrd="13" destOrd="0" presId="urn:microsoft.com/office/officeart/2005/8/layout/target3"/>
    <dgm:cxn modelId="{D797EB3E-14A2-45A4-942F-A9255389456A}" type="presParOf" srcId="{9511C85F-7273-42E9-86F7-1BA639AE52B2}" destId="{48053560-24A3-426A-86BA-FAB07D0064AD}" srcOrd="14" destOrd="0" presId="urn:microsoft.com/office/officeart/2005/8/layout/target3"/>
    <dgm:cxn modelId="{FC6433F3-13E5-46F6-9FF6-5C6EBD17A6A6}" type="presParOf" srcId="{9511C85F-7273-42E9-86F7-1BA639AE52B2}" destId="{30007997-42CA-4A7B-A28A-9376CF32FD86}" srcOrd="15" destOrd="0" presId="urn:microsoft.com/office/officeart/2005/8/layout/target3"/>
    <dgm:cxn modelId="{08895639-D4BB-4C2E-9042-C8084117FFEE}" type="presParOf" srcId="{9511C85F-7273-42E9-86F7-1BA639AE52B2}" destId="{FE4485AD-05A3-44B4-B5CC-9CF3F97F8E4E}" srcOrd="16" destOrd="0" presId="urn:microsoft.com/office/officeart/2005/8/layout/target3"/>
    <dgm:cxn modelId="{27A6ACC3-1C75-4CD3-A6A2-0F06096FB5A5}" type="presParOf" srcId="{9511C85F-7273-42E9-86F7-1BA639AE52B2}" destId="{4285C85A-F56A-4B9D-941C-775C8F62B93B}" srcOrd="17" destOrd="0" presId="urn:microsoft.com/office/officeart/2005/8/layout/target3"/>
    <dgm:cxn modelId="{ED436C7F-52B4-4786-B2C7-909AB26BF36B}" type="presParOf" srcId="{9511C85F-7273-42E9-86F7-1BA639AE52B2}" destId="{F5B3A4EB-9431-4CE6-8572-6C31D405ADEE}" srcOrd="18" destOrd="0" presId="urn:microsoft.com/office/officeart/2005/8/layout/target3"/>
    <dgm:cxn modelId="{86E5C624-2FB7-4972-8FF1-3F87F5BDD4E6}" type="presParOf" srcId="{9511C85F-7273-42E9-86F7-1BA639AE52B2}" destId="{2236A502-83DA-4CC7-B52F-42FA3571665A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B5002E-176C-4B85-B003-63CBC5EE6C07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B3C00622-46FD-4AAC-9614-595F3935DE9F}">
      <dgm:prSet/>
      <dgm:spPr/>
      <dgm:t>
        <a:bodyPr/>
        <a:lstStyle/>
        <a:p>
          <a:r>
            <a:rPr lang="en-US" b="0" i="0" dirty="0"/>
            <a:t>Adjusted Salary by Job Role Group and Company Size</a:t>
          </a:r>
          <a:endParaRPr lang="en-IN" dirty="0"/>
        </a:p>
      </dgm:t>
    </dgm:pt>
    <dgm:pt modelId="{056B9055-9602-4A05-AF0A-B6377D49AE8C}" type="parTrans" cxnId="{406859FD-01C1-4C26-9F99-B0E2D5B501C9}">
      <dgm:prSet/>
      <dgm:spPr/>
      <dgm:t>
        <a:bodyPr/>
        <a:lstStyle/>
        <a:p>
          <a:endParaRPr lang="en-IN"/>
        </a:p>
      </dgm:t>
    </dgm:pt>
    <dgm:pt modelId="{CF08ABEB-DF67-40F5-8973-F5AD37E9D665}" type="sibTrans" cxnId="{406859FD-01C1-4C26-9F99-B0E2D5B501C9}">
      <dgm:prSet/>
      <dgm:spPr/>
      <dgm:t>
        <a:bodyPr/>
        <a:lstStyle/>
        <a:p>
          <a:endParaRPr lang="en-IN"/>
        </a:p>
      </dgm:t>
    </dgm:pt>
    <dgm:pt modelId="{AC05D8BA-3686-4B90-8B1F-64D5E9D72491}" type="pres">
      <dgm:prSet presAssocID="{E9B5002E-176C-4B85-B003-63CBC5EE6C07}" presName="linear" presStyleCnt="0">
        <dgm:presLayoutVars>
          <dgm:animLvl val="lvl"/>
          <dgm:resizeHandles val="exact"/>
        </dgm:presLayoutVars>
      </dgm:prSet>
      <dgm:spPr/>
    </dgm:pt>
    <dgm:pt modelId="{F4C963BD-1A68-4296-B773-D1CB91FC2EA8}" type="pres">
      <dgm:prSet presAssocID="{B3C00622-46FD-4AAC-9614-595F3935DE9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90E3A84-8D3E-4E92-9EE8-F56990957CED}" type="presOf" srcId="{B3C00622-46FD-4AAC-9614-595F3935DE9F}" destId="{F4C963BD-1A68-4296-B773-D1CB91FC2EA8}" srcOrd="0" destOrd="0" presId="urn:microsoft.com/office/officeart/2005/8/layout/vList2"/>
    <dgm:cxn modelId="{342E7DA9-DFB9-4EFF-B90B-F5E388B2EBBC}" type="presOf" srcId="{E9B5002E-176C-4B85-B003-63CBC5EE6C07}" destId="{AC05D8BA-3686-4B90-8B1F-64D5E9D72491}" srcOrd="0" destOrd="0" presId="urn:microsoft.com/office/officeart/2005/8/layout/vList2"/>
    <dgm:cxn modelId="{406859FD-01C1-4C26-9F99-B0E2D5B501C9}" srcId="{E9B5002E-176C-4B85-B003-63CBC5EE6C07}" destId="{B3C00622-46FD-4AAC-9614-595F3935DE9F}" srcOrd="0" destOrd="0" parTransId="{056B9055-9602-4A05-AF0A-B6377D49AE8C}" sibTransId="{CF08ABEB-DF67-40F5-8973-F5AD37E9D665}"/>
    <dgm:cxn modelId="{0CDC2B6E-5194-441B-B18A-4CAFAD37270D}" type="presParOf" srcId="{AC05D8BA-3686-4B90-8B1F-64D5E9D72491}" destId="{F4C963BD-1A68-4296-B773-D1CB91FC2EA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829337-8D22-4FE5-AF85-EF1730C84E05}" type="doc">
      <dgm:prSet loTypeId="urn:microsoft.com/office/officeart/2005/8/layout/list1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C7A637FA-7A96-4948-85C9-D8E0511C6518}">
      <dgm:prSet/>
      <dgm:spPr/>
      <dgm:t>
        <a:bodyPr/>
        <a:lstStyle/>
        <a:p>
          <a:r>
            <a:rPr lang="en-IN" b="1" i="0"/>
            <a:t>Engineering:</a:t>
          </a:r>
          <a:r>
            <a:rPr lang="en-IN" b="0" i="0"/>
            <a:t> top median</a:t>
          </a:r>
          <a:endParaRPr lang="en-IN"/>
        </a:p>
      </dgm:t>
    </dgm:pt>
    <dgm:pt modelId="{BEF7D9D8-0EA7-4654-B62B-EED660C2B731}" type="parTrans" cxnId="{FF707F95-09D5-40BB-9176-2EE45E12DD4F}">
      <dgm:prSet/>
      <dgm:spPr/>
      <dgm:t>
        <a:bodyPr/>
        <a:lstStyle/>
        <a:p>
          <a:endParaRPr lang="en-IN"/>
        </a:p>
      </dgm:t>
    </dgm:pt>
    <dgm:pt modelId="{E1BE49B1-8903-4F83-8B2A-B0C3710A947A}" type="sibTrans" cxnId="{FF707F95-09D5-40BB-9176-2EE45E12DD4F}">
      <dgm:prSet/>
      <dgm:spPr/>
      <dgm:t>
        <a:bodyPr/>
        <a:lstStyle/>
        <a:p>
          <a:endParaRPr lang="en-IN"/>
        </a:p>
      </dgm:t>
    </dgm:pt>
    <dgm:pt modelId="{1A12C184-8B45-4987-B36B-84B525765419}">
      <dgm:prSet/>
      <dgm:spPr/>
      <dgm:t>
        <a:bodyPr/>
        <a:lstStyle/>
        <a:p>
          <a:r>
            <a:rPr lang="en-IN" b="1" i="0" dirty="0"/>
            <a:t>Data:</a:t>
          </a:r>
          <a:r>
            <a:rPr lang="en-IN" b="0" i="0" dirty="0"/>
            <a:t> widest range</a:t>
          </a:r>
          <a:endParaRPr lang="en-IN" dirty="0"/>
        </a:p>
      </dgm:t>
    </dgm:pt>
    <dgm:pt modelId="{86006747-29DD-4A9E-9E9D-8D5C8C22AE42}" type="parTrans" cxnId="{51AC95F9-9E72-47DA-AE63-63F646D5EE7F}">
      <dgm:prSet/>
      <dgm:spPr/>
      <dgm:t>
        <a:bodyPr/>
        <a:lstStyle/>
        <a:p>
          <a:endParaRPr lang="en-IN"/>
        </a:p>
      </dgm:t>
    </dgm:pt>
    <dgm:pt modelId="{37F82F48-BFDB-43CE-8ECF-4D61C2BDEE8B}" type="sibTrans" cxnId="{51AC95F9-9E72-47DA-AE63-63F646D5EE7F}">
      <dgm:prSet/>
      <dgm:spPr/>
      <dgm:t>
        <a:bodyPr/>
        <a:lstStyle/>
        <a:p>
          <a:endParaRPr lang="en-IN"/>
        </a:p>
      </dgm:t>
    </dgm:pt>
    <dgm:pt modelId="{FF02A2BE-7C2D-4901-A467-9B811EEFAB91}">
      <dgm:prSet/>
      <dgm:spPr/>
      <dgm:t>
        <a:bodyPr/>
        <a:lstStyle/>
        <a:p>
          <a:r>
            <a:rPr lang="en-IN" b="1" i="0"/>
            <a:t>Architecture:</a:t>
          </a:r>
          <a:r>
            <a:rPr lang="en-IN" b="0" i="0"/>
            <a:t> high pay</a:t>
          </a:r>
          <a:endParaRPr lang="en-IN"/>
        </a:p>
      </dgm:t>
    </dgm:pt>
    <dgm:pt modelId="{9CE9860F-C7CB-4BCC-AB97-5D70F55221E5}" type="parTrans" cxnId="{EFD7D281-E3A9-4865-9FD2-F0DE54EA2CC1}">
      <dgm:prSet/>
      <dgm:spPr/>
      <dgm:t>
        <a:bodyPr/>
        <a:lstStyle/>
        <a:p>
          <a:endParaRPr lang="en-IN"/>
        </a:p>
      </dgm:t>
    </dgm:pt>
    <dgm:pt modelId="{33CDD729-1A3A-4904-8362-81ECE75DBD5B}" type="sibTrans" cxnId="{EFD7D281-E3A9-4865-9FD2-F0DE54EA2CC1}">
      <dgm:prSet/>
      <dgm:spPr/>
      <dgm:t>
        <a:bodyPr/>
        <a:lstStyle/>
        <a:p>
          <a:endParaRPr lang="en-IN"/>
        </a:p>
      </dgm:t>
    </dgm:pt>
    <dgm:pt modelId="{3B75954B-D324-47BA-A85B-7346829833FC}">
      <dgm:prSet/>
      <dgm:spPr/>
      <dgm:t>
        <a:bodyPr/>
        <a:lstStyle/>
        <a:p>
          <a:r>
            <a:rPr lang="en-IN" b="1" i="0"/>
            <a:t>Analytics/Management:</a:t>
          </a:r>
          <a:r>
            <a:rPr lang="en-IN" b="0" i="0"/>
            <a:t> lower tiers</a:t>
          </a:r>
          <a:endParaRPr lang="en-IN"/>
        </a:p>
      </dgm:t>
    </dgm:pt>
    <dgm:pt modelId="{D03CA207-B07D-4B28-B9B6-C6E989C133BA}" type="parTrans" cxnId="{D87D0B9E-8AB2-43F2-B47D-E3A6E0996482}">
      <dgm:prSet/>
      <dgm:spPr/>
      <dgm:t>
        <a:bodyPr/>
        <a:lstStyle/>
        <a:p>
          <a:endParaRPr lang="en-IN"/>
        </a:p>
      </dgm:t>
    </dgm:pt>
    <dgm:pt modelId="{951E6CEE-7599-4179-84F2-98036B8FD93E}" type="sibTrans" cxnId="{D87D0B9E-8AB2-43F2-B47D-E3A6E0996482}">
      <dgm:prSet/>
      <dgm:spPr/>
      <dgm:t>
        <a:bodyPr/>
        <a:lstStyle/>
        <a:p>
          <a:endParaRPr lang="en-IN"/>
        </a:p>
      </dgm:t>
    </dgm:pt>
    <dgm:pt modelId="{C178B4BB-0C75-4A4B-829B-4FA5CCF5926A}">
      <dgm:prSet/>
      <dgm:spPr/>
      <dgm:t>
        <a:bodyPr/>
        <a:lstStyle/>
        <a:p>
          <a:r>
            <a:rPr lang="en-IN" b="1" i="0"/>
            <a:t>Medium firms:</a:t>
          </a:r>
          <a:r>
            <a:rPr lang="en-IN" b="0" i="0"/>
            <a:t> most competitive</a:t>
          </a:r>
          <a:endParaRPr lang="en-IN"/>
        </a:p>
      </dgm:t>
    </dgm:pt>
    <dgm:pt modelId="{646628F4-646C-4478-9BC1-92A725F1A46A}" type="parTrans" cxnId="{8E6499A0-7862-4F6B-A022-22D1A7B88290}">
      <dgm:prSet/>
      <dgm:spPr/>
      <dgm:t>
        <a:bodyPr/>
        <a:lstStyle/>
        <a:p>
          <a:endParaRPr lang="en-IN"/>
        </a:p>
      </dgm:t>
    </dgm:pt>
    <dgm:pt modelId="{17E98F03-8259-4D47-ACAE-13B421D01E01}" type="sibTrans" cxnId="{8E6499A0-7862-4F6B-A022-22D1A7B88290}">
      <dgm:prSet/>
      <dgm:spPr/>
      <dgm:t>
        <a:bodyPr/>
        <a:lstStyle/>
        <a:p>
          <a:endParaRPr lang="en-IN"/>
        </a:p>
      </dgm:t>
    </dgm:pt>
    <dgm:pt modelId="{CC6C8F02-E0C7-45F2-866B-E3F7B896F169}">
      <dgm:prSet/>
      <dgm:spPr/>
      <dgm:t>
        <a:bodyPr/>
        <a:lstStyle/>
        <a:p>
          <a:r>
            <a:rPr lang="en-IN" b="1" i="0"/>
            <a:t>Small firms:</a:t>
          </a:r>
          <a:r>
            <a:rPr lang="en-IN" b="0" i="0"/>
            <a:t> narrow bands</a:t>
          </a:r>
          <a:endParaRPr lang="en-IN"/>
        </a:p>
      </dgm:t>
    </dgm:pt>
    <dgm:pt modelId="{15825309-A3E7-4B28-948A-BB121D1857CE}" type="parTrans" cxnId="{8484FD3C-71F1-4C75-A4D6-CE161065DC52}">
      <dgm:prSet/>
      <dgm:spPr/>
      <dgm:t>
        <a:bodyPr/>
        <a:lstStyle/>
        <a:p>
          <a:endParaRPr lang="en-IN"/>
        </a:p>
      </dgm:t>
    </dgm:pt>
    <dgm:pt modelId="{AD3EA274-4D4C-42C5-8624-ABDB5503D6CF}" type="sibTrans" cxnId="{8484FD3C-71F1-4C75-A4D6-CE161065DC52}">
      <dgm:prSet/>
      <dgm:spPr/>
      <dgm:t>
        <a:bodyPr/>
        <a:lstStyle/>
        <a:p>
          <a:endParaRPr lang="en-IN"/>
        </a:p>
      </dgm:t>
    </dgm:pt>
    <dgm:pt modelId="{EDAC7D5D-3119-4D5E-863D-93055FF50303}">
      <dgm:prSet/>
      <dgm:spPr/>
      <dgm:t>
        <a:bodyPr/>
        <a:lstStyle/>
        <a:p>
          <a:r>
            <a:rPr lang="en-IN" b="1" i="0"/>
            <a:t>Large firms:</a:t>
          </a:r>
          <a:r>
            <a:rPr lang="en-IN" b="0" i="0"/>
            <a:t> steady medians</a:t>
          </a:r>
          <a:endParaRPr lang="en-IN"/>
        </a:p>
      </dgm:t>
    </dgm:pt>
    <dgm:pt modelId="{1649701C-AEAF-4B6E-8B0B-D55C4A4ED4CC}" type="parTrans" cxnId="{21F519E3-6A0E-4E95-8BCB-9466DFB76582}">
      <dgm:prSet/>
      <dgm:spPr/>
      <dgm:t>
        <a:bodyPr/>
        <a:lstStyle/>
        <a:p>
          <a:endParaRPr lang="en-IN"/>
        </a:p>
      </dgm:t>
    </dgm:pt>
    <dgm:pt modelId="{99239139-5219-4D70-B3A1-8201321A0564}" type="sibTrans" cxnId="{21F519E3-6A0E-4E95-8BCB-9466DFB76582}">
      <dgm:prSet/>
      <dgm:spPr/>
      <dgm:t>
        <a:bodyPr/>
        <a:lstStyle/>
        <a:p>
          <a:endParaRPr lang="en-IN"/>
        </a:p>
      </dgm:t>
    </dgm:pt>
    <dgm:pt modelId="{D5F3EADE-C25F-41C1-A134-25BF24F0348D}" type="pres">
      <dgm:prSet presAssocID="{EB829337-8D22-4FE5-AF85-EF1730C84E05}" presName="linear" presStyleCnt="0">
        <dgm:presLayoutVars>
          <dgm:dir/>
          <dgm:animLvl val="lvl"/>
          <dgm:resizeHandles val="exact"/>
        </dgm:presLayoutVars>
      </dgm:prSet>
      <dgm:spPr/>
    </dgm:pt>
    <dgm:pt modelId="{31D25334-5C79-4AEC-B37B-5ECA31976F05}" type="pres">
      <dgm:prSet presAssocID="{C7A637FA-7A96-4948-85C9-D8E0511C6518}" presName="parentLin" presStyleCnt="0"/>
      <dgm:spPr/>
    </dgm:pt>
    <dgm:pt modelId="{4818E84D-F09A-4E0B-AED0-2025F420A9C0}" type="pres">
      <dgm:prSet presAssocID="{C7A637FA-7A96-4948-85C9-D8E0511C6518}" presName="parentLeftMargin" presStyleLbl="node1" presStyleIdx="0" presStyleCnt="7"/>
      <dgm:spPr/>
    </dgm:pt>
    <dgm:pt modelId="{FC7242E3-1DBE-4EC0-8687-BE3C98F327EA}" type="pres">
      <dgm:prSet presAssocID="{C7A637FA-7A96-4948-85C9-D8E0511C651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36646F9-052F-4463-B5F5-45125BA6BA41}" type="pres">
      <dgm:prSet presAssocID="{C7A637FA-7A96-4948-85C9-D8E0511C6518}" presName="negativeSpace" presStyleCnt="0"/>
      <dgm:spPr/>
    </dgm:pt>
    <dgm:pt modelId="{856500D9-9E99-41BA-930D-88EAA274EDAF}" type="pres">
      <dgm:prSet presAssocID="{C7A637FA-7A96-4948-85C9-D8E0511C6518}" presName="childText" presStyleLbl="conFgAcc1" presStyleIdx="0" presStyleCnt="7">
        <dgm:presLayoutVars>
          <dgm:bulletEnabled val="1"/>
        </dgm:presLayoutVars>
      </dgm:prSet>
      <dgm:spPr/>
    </dgm:pt>
    <dgm:pt modelId="{D4BC21CC-EF61-49F3-BA05-9D8D7925AA1B}" type="pres">
      <dgm:prSet presAssocID="{E1BE49B1-8903-4F83-8B2A-B0C3710A947A}" presName="spaceBetweenRectangles" presStyleCnt="0"/>
      <dgm:spPr/>
    </dgm:pt>
    <dgm:pt modelId="{E7B0A54F-8F4D-4CB8-A92C-3AABE309B9CF}" type="pres">
      <dgm:prSet presAssocID="{1A12C184-8B45-4987-B36B-84B525765419}" presName="parentLin" presStyleCnt="0"/>
      <dgm:spPr/>
    </dgm:pt>
    <dgm:pt modelId="{EF83C9F6-BDA9-462D-9874-169E7B0039FB}" type="pres">
      <dgm:prSet presAssocID="{1A12C184-8B45-4987-B36B-84B525765419}" presName="parentLeftMargin" presStyleLbl="node1" presStyleIdx="0" presStyleCnt="7"/>
      <dgm:spPr/>
    </dgm:pt>
    <dgm:pt modelId="{72D070EB-AC2A-41BF-A37B-67E24DC1C176}" type="pres">
      <dgm:prSet presAssocID="{1A12C184-8B45-4987-B36B-84B52576541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0E63AE8-BF05-4A6D-9DBF-1361EA5FD5AC}" type="pres">
      <dgm:prSet presAssocID="{1A12C184-8B45-4987-B36B-84B525765419}" presName="negativeSpace" presStyleCnt="0"/>
      <dgm:spPr/>
    </dgm:pt>
    <dgm:pt modelId="{7C48C64B-5FED-4D59-804D-6B196BBA4D87}" type="pres">
      <dgm:prSet presAssocID="{1A12C184-8B45-4987-B36B-84B525765419}" presName="childText" presStyleLbl="conFgAcc1" presStyleIdx="1" presStyleCnt="7">
        <dgm:presLayoutVars>
          <dgm:bulletEnabled val="1"/>
        </dgm:presLayoutVars>
      </dgm:prSet>
      <dgm:spPr/>
    </dgm:pt>
    <dgm:pt modelId="{B455C545-FC69-4574-844E-5062BABAE212}" type="pres">
      <dgm:prSet presAssocID="{37F82F48-BFDB-43CE-8ECF-4D61C2BDEE8B}" presName="spaceBetweenRectangles" presStyleCnt="0"/>
      <dgm:spPr/>
    </dgm:pt>
    <dgm:pt modelId="{85EF7CAB-72D2-447C-8D91-8C5900034366}" type="pres">
      <dgm:prSet presAssocID="{FF02A2BE-7C2D-4901-A467-9B811EEFAB91}" presName="parentLin" presStyleCnt="0"/>
      <dgm:spPr/>
    </dgm:pt>
    <dgm:pt modelId="{0C4F383F-A5E7-494A-BBE4-692D98FE9410}" type="pres">
      <dgm:prSet presAssocID="{FF02A2BE-7C2D-4901-A467-9B811EEFAB91}" presName="parentLeftMargin" presStyleLbl="node1" presStyleIdx="1" presStyleCnt="7"/>
      <dgm:spPr/>
    </dgm:pt>
    <dgm:pt modelId="{569CAF1A-BB82-4F23-B705-D588E44E031B}" type="pres">
      <dgm:prSet presAssocID="{FF02A2BE-7C2D-4901-A467-9B811EEFAB9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60FDF22-649C-4AA6-9267-85D2B1E64964}" type="pres">
      <dgm:prSet presAssocID="{FF02A2BE-7C2D-4901-A467-9B811EEFAB91}" presName="negativeSpace" presStyleCnt="0"/>
      <dgm:spPr/>
    </dgm:pt>
    <dgm:pt modelId="{464BA4F6-6774-4D2E-99C7-795BB44C41D9}" type="pres">
      <dgm:prSet presAssocID="{FF02A2BE-7C2D-4901-A467-9B811EEFAB91}" presName="childText" presStyleLbl="conFgAcc1" presStyleIdx="2" presStyleCnt="7">
        <dgm:presLayoutVars>
          <dgm:bulletEnabled val="1"/>
        </dgm:presLayoutVars>
      </dgm:prSet>
      <dgm:spPr/>
    </dgm:pt>
    <dgm:pt modelId="{5BEC6F5B-6F2D-4F18-8ED5-290EC15F631A}" type="pres">
      <dgm:prSet presAssocID="{33CDD729-1A3A-4904-8362-81ECE75DBD5B}" presName="spaceBetweenRectangles" presStyleCnt="0"/>
      <dgm:spPr/>
    </dgm:pt>
    <dgm:pt modelId="{510702A8-74FC-4F34-ADF6-14607525D072}" type="pres">
      <dgm:prSet presAssocID="{3B75954B-D324-47BA-A85B-7346829833FC}" presName="parentLin" presStyleCnt="0"/>
      <dgm:spPr/>
    </dgm:pt>
    <dgm:pt modelId="{2CD552A7-80AA-4300-965E-F9E1A981E95F}" type="pres">
      <dgm:prSet presAssocID="{3B75954B-D324-47BA-A85B-7346829833FC}" presName="parentLeftMargin" presStyleLbl="node1" presStyleIdx="2" presStyleCnt="7"/>
      <dgm:spPr/>
    </dgm:pt>
    <dgm:pt modelId="{DF8055F7-1C41-49F0-8AF8-73BDE927A6FE}" type="pres">
      <dgm:prSet presAssocID="{3B75954B-D324-47BA-A85B-7346829833F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CF803E7-976A-4A8D-915C-D72F0FFE21D1}" type="pres">
      <dgm:prSet presAssocID="{3B75954B-D324-47BA-A85B-7346829833FC}" presName="negativeSpace" presStyleCnt="0"/>
      <dgm:spPr/>
    </dgm:pt>
    <dgm:pt modelId="{C0CF0E8B-FB40-4CFA-A0B3-42901F3227AC}" type="pres">
      <dgm:prSet presAssocID="{3B75954B-D324-47BA-A85B-7346829833FC}" presName="childText" presStyleLbl="conFgAcc1" presStyleIdx="3" presStyleCnt="7">
        <dgm:presLayoutVars>
          <dgm:bulletEnabled val="1"/>
        </dgm:presLayoutVars>
      </dgm:prSet>
      <dgm:spPr/>
    </dgm:pt>
    <dgm:pt modelId="{5DFDF4D6-8268-4850-AAC4-9C3C3072CE1E}" type="pres">
      <dgm:prSet presAssocID="{951E6CEE-7599-4179-84F2-98036B8FD93E}" presName="spaceBetweenRectangles" presStyleCnt="0"/>
      <dgm:spPr/>
    </dgm:pt>
    <dgm:pt modelId="{42ACEA82-987B-4FE5-A27E-9EC098C3B540}" type="pres">
      <dgm:prSet presAssocID="{C178B4BB-0C75-4A4B-829B-4FA5CCF5926A}" presName="parentLin" presStyleCnt="0"/>
      <dgm:spPr/>
    </dgm:pt>
    <dgm:pt modelId="{E4684BBE-86D5-4CB0-AD77-0B04E5F54A96}" type="pres">
      <dgm:prSet presAssocID="{C178B4BB-0C75-4A4B-829B-4FA5CCF5926A}" presName="parentLeftMargin" presStyleLbl="node1" presStyleIdx="3" presStyleCnt="7"/>
      <dgm:spPr/>
    </dgm:pt>
    <dgm:pt modelId="{203C63D7-7D73-4484-8215-1F00740B4866}" type="pres">
      <dgm:prSet presAssocID="{C178B4BB-0C75-4A4B-829B-4FA5CCF5926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60EA22A-0FC1-4CB5-89CC-FAF74303D894}" type="pres">
      <dgm:prSet presAssocID="{C178B4BB-0C75-4A4B-829B-4FA5CCF5926A}" presName="negativeSpace" presStyleCnt="0"/>
      <dgm:spPr/>
    </dgm:pt>
    <dgm:pt modelId="{5CAF311A-3E4A-4109-ABF4-AA893280684F}" type="pres">
      <dgm:prSet presAssocID="{C178B4BB-0C75-4A4B-829B-4FA5CCF5926A}" presName="childText" presStyleLbl="conFgAcc1" presStyleIdx="4" presStyleCnt="7">
        <dgm:presLayoutVars>
          <dgm:bulletEnabled val="1"/>
        </dgm:presLayoutVars>
      </dgm:prSet>
      <dgm:spPr/>
    </dgm:pt>
    <dgm:pt modelId="{B8FE74F1-4CEE-4932-9E03-211E6009BEC5}" type="pres">
      <dgm:prSet presAssocID="{17E98F03-8259-4D47-ACAE-13B421D01E01}" presName="spaceBetweenRectangles" presStyleCnt="0"/>
      <dgm:spPr/>
    </dgm:pt>
    <dgm:pt modelId="{866C1103-CDD9-473D-99FD-DAAF7E5AA541}" type="pres">
      <dgm:prSet presAssocID="{CC6C8F02-E0C7-45F2-866B-E3F7B896F169}" presName="parentLin" presStyleCnt="0"/>
      <dgm:spPr/>
    </dgm:pt>
    <dgm:pt modelId="{F963ECC0-5E2B-4357-A3A6-93E21AEC727D}" type="pres">
      <dgm:prSet presAssocID="{CC6C8F02-E0C7-45F2-866B-E3F7B896F169}" presName="parentLeftMargin" presStyleLbl="node1" presStyleIdx="4" presStyleCnt="7"/>
      <dgm:spPr/>
    </dgm:pt>
    <dgm:pt modelId="{FE597997-5192-46FA-9FE6-8466DC0AFB16}" type="pres">
      <dgm:prSet presAssocID="{CC6C8F02-E0C7-45F2-866B-E3F7B896F16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F428A6B-96E1-4389-9226-DE6DFC163F55}" type="pres">
      <dgm:prSet presAssocID="{CC6C8F02-E0C7-45F2-866B-E3F7B896F169}" presName="negativeSpace" presStyleCnt="0"/>
      <dgm:spPr/>
    </dgm:pt>
    <dgm:pt modelId="{58E4ADDF-9339-46C8-9831-6CC3A97C8384}" type="pres">
      <dgm:prSet presAssocID="{CC6C8F02-E0C7-45F2-866B-E3F7B896F169}" presName="childText" presStyleLbl="conFgAcc1" presStyleIdx="5" presStyleCnt="7">
        <dgm:presLayoutVars>
          <dgm:bulletEnabled val="1"/>
        </dgm:presLayoutVars>
      </dgm:prSet>
      <dgm:spPr/>
    </dgm:pt>
    <dgm:pt modelId="{2FEDA2B1-C5C0-45A9-A2EB-040494509120}" type="pres">
      <dgm:prSet presAssocID="{AD3EA274-4D4C-42C5-8624-ABDB5503D6CF}" presName="spaceBetweenRectangles" presStyleCnt="0"/>
      <dgm:spPr/>
    </dgm:pt>
    <dgm:pt modelId="{8C7CDEE6-B33A-4E5D-91BE-23C755B7049D}" type="pres">
      <dgm:prSet presAssocID="{EDAC7D5D-3119-4D5E-863D-93055FF50303}" presName="parentLin" presStyleCnt="0"/>
      <dgm:spPr/>
    </dgm:pt>
    <dgm:pt modelId="{0A580898-728C-4606-9F7A-A3970298B593}" type="pres">
      <dgm:prSet presAssocID="{EDAC7D5D-3119-4D5E-863D-93055FF50303}" presName="parentLeftMargin" presStyleLbl="node1" presStyleIdx="5" presStyleCnt="7"/>
      <dgm:spPr/>
    </dgm:pt>
    <dgm:pt modelId="{4C94C255-A321-4F57-95CE-2149BAE67BC8}" type="pres">
      <dgm:prSet presAssocID="{EDAC7D5D-3119-4D5E-863D-93055FF50303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ED2BC4F-7EA3-4A59-B77A-4002F1FF1C69}" type="pres">
      <dgm:prSet presAssocID="{EDAC7D5D-3119-4D5E-863D-93055FF50303}" presName="negativeSpace" presStyleCnt="0"/>
      <dgm:spPr/>
    </dgm:pt>
    <dgm:pt modelId="{95B5CD93-5148-42C3-B085-779DD4CA47DB}" type="pres">
      <dgm:prSet presAssocID="{EDAC7D5D-3119-4D5E-863D-93055FF50303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50237702-1A52-4A88-AD18-B26A2DD12C89}" type="presOf" srcId="{EDAC7D5D-3119-4D5E-863D-93055FF50303}" destId="{0A580898-728C-4606-9F7A-A3970298B593}" srcOrd="0" destOrd="0" presId="urn:microsoft.com/office/officeart/2005/8/layout/list1"/>
    <dgm:cxn modelId="{56ABE30C-A62C-42AD-A286-338FCEA1FFC0}" type="presOf" srcId="{3B75954B-D324-47BA-A85B-7346829833FC}" destId="{DF8055F7-1C41-49F0-8AF8-73BDE927A6FE}" srcOrd="1" destOrd="0" presId="urn:microsoft.com/office/officeart/2005/8/layout/list1"/>
    <dgm:cxn modelId="{37050017-A439-4329-B8CC-C408B78F6323}" type="presOf" srcId="{C7A637FA-7A96-4948-85C9-D8E0511C6518}" destId="{FC7242E3-1DBE-4EC0-8687-BE3C98F327EA}" srcOrd="1" destOrd="0" presId="urn:microsoft.com/office/officeart/2005/8/layout/list1"/>
    <dgm:cxn modelId="{BDEB461B-2CDD-44A9-8F4A-26CF01B17C72}" type="presOf" srcId="{CC6C8F02-E0C7-45F2-866B-E3F7B896F169}" destId="{FE597997-5192-46FA-9FE6-8466DC0AFB16}" srcOrd="1" destOrd="0" presId="urn:microsoft.com/office/officeart/2005/8/layout/list1"/>
    <dgm:cxn modelId="{F0006729-1818-4A29-B214-48929144B1F1}" type="presOf" srcId="{1A12C184-8B45-4987-B36B-84B525765419}" destId="{EF83C9F6-BDA9-462D-9874-169E7B0039FB}" srcOrd="0" destOrd="0" presId="urn:microsoft.com/office/officeart/2005/8/layout/list1"/>
    <dgm:cxn modelId="{2453FE2B-90D9-459C-A577-D4B343B572B5}" type="presOf" srcId="{EDAC7D5D-3119-4D5E-863D-93055FF50303}" destId="{4C94C255-A321-4F57-95CE-2149BAE67BC8}" srcOrd="1" destOrd="0" presId="urn:microsoft.com/office/officeart/2005/8/layout/list1"/>
    <dgm:cxn modelId="{8484FD3C-71F1-4C75-A4D6-CE161065DC52}" srcId="{EB829337-8D22-4FE5-AF85-EF1730C84E05}" destId="{CC6C8F02-E0C7-45F2-866B-E3F7B896F169}" srcOrd="5" destOrd="0" parTransId="{15825309-A3E7-4B28-948A-BB121D1857CE}" sibTransId="{AD3EA274-4D4C-42C5-8624-ABDB5503D6CF}"/>
    <dgm:cxn modelId="{3C653A46-CBCA-4907-9D51-10FF4CA51C34}" type="presOf" srcId="{CC6C8F02-E0C7-45F2-866B-E3F7B896F169}" destId="{F963ECC0-5E2B-4357-A3A6-93E21AEC727D}" srcOrd="0" destOrd="0" presId="urn:microsoft.com/office/officeart/2005/8/layout/list1"/>
    <dgm:cxn modelId="{48003D6F-9C14-467C-830A-2252A88538F1}" type="presOf" srcId="{C7A637FA-7A96-4948-85C9-D8E0511C6518}" destId="{4818E84D-F09A-4E0B-AED0-2025F420A9C0}" srcOrd="0" destOrd="0" presId="urn:microsoft.com/office/officeart/2005/8/layout/list1"/>
    <dgm:cxn modelId="{79003470-DA14-418D-845A-86DE5671FEA7}" type="presOf" srcId="{C178B4BB-0C75-4A4B-829B-4FA5CCF5926A}" destId="{E4684BBE-86D5-4CB0-AD77-0B04E5F54A96}" srcOrd="0" destOrd="0" presId="urn:microsoft.com/office/officeart/2005/8/layout/list1"/>
    <dgm:cxn modelId="{90381B78-AD02-48F5-9370-86D921C7B002}" type="presOf" srcId="{FF02A2BE-7C2D-4901-A467-9B811EEFAB91}" destId="{569CAF1A-BB82-4F23-B705-D588E44E031B}" srcOrd="1" destOrd="0" presId="urn:microsoft.com/office/officeart/2005/8/layout/list1"/>
    <dgm:cxn modelId="{EFD7D281-E3A9-4865-9FD2-F0DE54EA2CC1}" srcId="{EB829337-8D22-4FE5-AF85-EF1730C84E05}" destId="{FF02A2BE-7C2D-4901-A467-9B811EEFAB91}" srcOrd="2" destOrd="0" parTransId="{9CE9860F-C7CB-4BCC-AB97-5D70F55221E5}" sibTransId="{33CDD729-1A3A-4904-8362-81ECE75DBD5B}"/>
    <dgm:cxn modelId="{704E9988-76B7-4A43-B36F-58857E1E364A}" type="presOf" srcId="{EB829337-8D22-4FE5-AF85-EF1730C84E05}" destId="{D5F3EADE-C25F-41C1-A134-25BF24F0348D}" srcOrd="0" destOrd="0" presId="urn:microsoft.com/office/officeart/2005/8/layout/list1"/>
    <dgm:cxn modelId="{FF707F95-09D5-40BB-9176-2EE45E12DD4F}" srcId="{EB829337-8D22-4FE5-AF85-EF1730C84E05}" destId="{C7A637FA-7A96-4948-85C9-D8E0511C6518}" srcOrd="0" destOrd="0" parTransId="{BEF7D9D8-0EA7-4654-B62B-EED660C2B731}" sibTransId="{E1BE49B1-8903-4F83-8B2A-B0C3710A947A}"/>
    <dgm:cxn modelId="{D87D0B9E-8AB2-43F2-B47D-E3A6E0996482}" srcId="{EB829337-8D22-4FE5-AF85-EF1730C84E05}" destId="{3B75954B-D324-47BA-A85B-7346829833FC}" srcOrd="3" destOrd="0" parTransId="{D03CA207-B07D-4B28-B9B6-C6E989C133BA}" sibTransId="{951E6CEE-7599-4179-84F2-98036B8FD93E}"/>
    <dgm:cxn modelId="{8E6499A0-7862-4F6B-A022-22D1A7B88290}" srcId="{EB829337-8D22-4FE5-AF85-EF1730C84E05}" destId="{C178B4BB-0C75-4A4B-829B-4FA5CCF5926A}" srcOrd="4" destOrd="0" parTransId="{646628F4-646C-4478-9BC1-92A725F1A46A}" sibTransId="{17E98F03-8259-4D47-ACAE-13B421D01E01}"/>
    <dgm:cxn modelId="{AAFC2CAC-2BD2-4C53-B7AC-C3F2E1A8E212}" type="presOf" srcId="{3B75954B-D324-47BA-A85B-7346829833FC}" destId="{2CD552A7-80AA-4300-965E-F9E1A981E95F}" srcOrd="0" destOrd="0" presId="urn:microsoft.com/office/officeart/2005/8/layout/list1"/>
    <dgm:cxn modelId="{4A9994D1-9C58-4F39-96F1-587E5D2A3463}" type="presOf" srcId="{1A12C184-8B45-4987-B36B-84B525765419}" destId="{72D070EB-AC2A-41BF-A37B-67E24DC1C176}" srcOrd="1" destOrd="0" presId="urn:microsoft.com/office/officeart/2005/8/layout/list1"/>
    <dgm:cxn modelId="{1E5216D4-F90D-4AB0-AADA-17795BF810F5}" type="presOf" srcId="{FF02A2BE-7C2D-4901-A467-9B811EEFAB91}" destId="{0C4F383F-A5E7-494A-BBE4-692D98FE9410}" srcOrd="0" destOrd="0" presId="urn:microsoft.com/office/officeart/2005/8/layout/list1"/>
    <dgm:cxn modelId="{21F519E3-6A0E-4E95-8BCB-9466DFB76582}" srcId="{EB829337-8D22-4FE5-AF85-EF1730C84E05}" destId="{EDAC7D5D-3119-4D5E-863D-93055FF50303}" srcOrd="6" destOrd="0" parTransId="{1649701C-AEAF-4B6E-8B0B-D55C4A4ED4CC}" sibTransId="{99239139-5219-4D70-B3A1-8201321A0564}"/>
    <dgm:cxn modelId="{58FBA2E7-9421-43A6-A364-95525F417642}" type="presOf" srcId="{C178B4BB-0C75-4A4B-829B-4FA5CCF5926A}" destId="{203C63D7-7D73-4484-8215-1F00740B4866}" srcOrd="1" destOrd="0" presId="urn:microsoft.com/office/officeart/2005/8/layout/list1"/>
    <dgm:cxn modelId="{51AC95F9-9E72-47DA-AE63-63F646D5EE7F}" srcId="{EB829337-8D22-4FE5-AF85-EF1730C84E05}" destId="{1A12C184-8B45-4987-B36B-84B525765419}" srcOrd="1" destOrd="0" parTransId="{86006747-29DD-4A9E-9E9D-8D5C8C22AE42}" sibTransId="{37F82F48-BFDB-43CE-8ECF-4D61C2BDEE8B}"/>
    <dgm:cxn modelId="{EE4AB4AD-8887-4942-B672-A61542578D07}" type="presParOf" srcId="{D5F3EADE-C25F-41C1-A134-25BF24F0348D}" destId="{31D25334-5C79-4AEC-B37B-5ECA31976F05}" srcOrd="0" destOrd="0" presId="urn:microsoft.com/office/officeart/2005/8/layout/list1"/>
    <dgm:cxn modelId="{EBA2BD2C-88B1-4AA7-A543-3CCD39D157C3}" type="presParOf" srcId="{31D25334-5C79-4AEC-B37B-5ECA31976F05}" destId="{4818E84D-F09A-4E0B-AED0-2025F420A9C0}" srcOrd="0" destOrd="0" presId="urn:microsoft.com/office/officeart/2005/8/layout/list1"/>
    <dgm:cxn modelId="{E4251ACD-DCD6-4B53-B0B3-CFA49C91047B}" type="presParOf" srcId="{31D25334-5C79-4AEC-B37B-5ECA31976F05}" destId="{FC7242E3-1DBE-4EC0-8687-BE3C98F327EA}" srcOrd="1" destOrd="0" presId="urn:microsoft.com/office/officeart/2005/8/layout/list1"/>
    <dgm:cxn modelId="{373F2F4B-BE82-4572-9475-9D404F03E99C}" type="presParOf" srcId="{D5F3EADE-C25F-41C1-A134-25BF24F0348D}" destId="{936646F9-052F-4463-B5F5-45125BA6BA41}" srcOrd="1" destOrd="0" presId="urn:microsoft.com/office/officeart/2005/8/layout/list1"/>
    <dgm:cxn modelId="{0B103481-6024-4897-BA5A-305DA5550177}" type="presParOf" srcId="{D5F3EADE-C25F-41C1-A134-25BF24F0348D}" destId="{856500D9-9E99-41BA-930D-88EAA274EDAF}" srcOrd="2" destOrd="0" presId="urn:microsoft.com/office/officeart/2005/8/layout/list1"/>
    <dgm:cxn modelId="{8C7F5DD7-CBD6-4057-BC0E-E7955059064C}" type="presParOf" srcId="{D5F3EADE-C25F-41C1-A134-25BF24F0348D}" destId="{D4BC21CC-EF61-49F3-BA05-9D8D7925AA1B}" srcOrd="3" destOrd="0" presId="urn:microsoft.com/office/officeart/2005/8/layout/list1"/>
    <dgm:cxn modelId="{40B28A97-D968-41DE-BD15-8D98B426014A}" type="presParOf" srcId="{D5F3EADE-C25F-41C1-A134-25BF24F0348D}" destId="{E7B0A54F-8F4D-4CB8-A92C-3AABE309B9CF}" srcOrd="4" destOrd="0" presId="urn:microsoft.com/office/officeart/2005/8/layout/list1"/>
    <dgm:cxn modelId="{049E6073-616B-4D6A-81F6-ACAE3105B335}" type="presParOf" srcId="{E7B0A54F-8F4D-4CB8-A92C-3AABE309B9CF}" destId="{EF83C9F6-BDA9-462D-9874-169E7B0039FB}" srcOrd="0" destOrd="0" presId="urn:microsoft.com/office/officeart/2005/8/layout/list1"/>
    <dgm:cxn modelId="{2B05792D-053D-4B86-A690-722E29B53020}" type="presParOf" srcId="{E7B0A54F-8F4D-4CB8-A92C-3AABE309B9CF}" destId="{72D070EB-AC2A-41BF-A37B-67E24DC1C176}" srcOrd="1" destOrd="0" presId="urn:microsoft.com/office/officeart/2005/8/layout/list1"/>
    <dgm:cxn modelId="{4F2D2F8A-423F-4D92-96D5-2D9EC655DB73}" type="presParOf" srcId="{D5F3EADE-C25F-41C1-A134-25BF24F0348D}" destId="{80E63AE8-BF05-4A6D-9DBF-1361EA5FD5AC}" srcOrd="5" destOrd="0" presId="urn:microsoft.com/office/officeart/2005/8/layout/list1"/>
    <dgm:cxn modelId="{564C4BBE-6E55-4D8C-B0F9-3681EA4BC394}" type="presParOf" srcId="{D5F3EADE-C25F-41C1-A134-25BF24F0348D}" destId="{7C48C64B-5FED-4D59-804D-6B196BBA4D87}" srcOrd="6" destOrd="0" presId="urn:microsoft.com/office/officeart/2005/8/layout/list1"/>
    <dgm:cxn modelId="{BAD29133-D972-48FD-91ED-75E302A4B7FC}" type="presParOf" srcId="{D5F3EADE-C25F-41C1-A134-25BF24F0348D}" destId="{B455C545-FC69-4574-844E-5062BABAE212}" srcOrd="7" destOrd="0" presId="urn:microsoft.com/office/officeart/2005/8/layout/list1"/>
    <dgm:cxn modelId="{EE382AA7-51A8-4E31-B9B6-D9C3E5A3F3A4}" type="presParOf" srcId="{D5F3EADE-C25F-41C1-A134-25BF24F0348D}" destId="{85EF7CAB-72D2-447C-8D91-8C5900034366}" srcOrd="8" destOrd="0" presId="urn:microsoft.com/office/officeart/2005/8/layout/list1"/>
    <dgm:cxn modelId="{88BE6FD5-743C-48CC-A8DA-D029DADFE113}" type="presParOf" srcId="{85EF7CAB-72D2-447C-8D91-8C5900034366}" destId="{0C4F383F-A5E7-494A-BBE4-692D98FE9410}" srcOrd="0" destOrd="0" presId="urn:microsoft.com/office/officeart/2005/8/layout/list1"/>
    <dgm:cxn modelId="{558A6435-06EE-47A1-87F0-A9E1BDE9D50C}" type="presParOf" srcId="{85EF7CAB-72D2-447C-8D91-8C5900034366}" destId="{569CAF1A-BB82-4F23-B705-D588E44E031B}" srcOrd="1" destOrd="0" presId="urn:microsoft.com/office/officeart/2005/8/layout/list1"/>
    <dgm:cxn modelId="{8E47155A-BB42-46CD-A99A-A9DD7D410C29}" type="presParOf" srcId="{D5F3EADE-C25F-41C1-A134-25BF24F0348D}" destId="{760FDF22-649C-4AA6-9267-85D2B1E64964}" srcOrd="9" destOrd="0" presId="urn:microsoft.com/office/officeart/2005/8/layout/list1"/>
    <dgm:cxn modelId="{ED45B7FC-19D8-46F2-B683-F1704CE18C62}" type="presParOf" srcId="{D5F3EADE-C25F-41C1-A134-25BF24F0348D}" destId="{464BA4F6-6774-4D2E-99C7-795BB44C41D9}" srcOrd="10" destOrd="0" presId="urn:microsoft.com/office/officeart/2005/8/layout/list1"/>
    <dgm:cxn modelId="{8FD61819-2208-4702-945A-48CAC23B8B17}" type="presParOf" srcId="{D5F3EADE-C25F-41C1-A134-25BF24F0348D}" destId="{5BEC6F5B-6F2D-4F18-8ED5-290EC15F631A}" srcOrd="11" destOrd="0" presId="urn:microsoft.com/office/officeart/2005/8/layout/list1"/>
    <dgm:cxn modelId="{4CE0D545-5BC4-42E8-BA0A-192B48CFEED9}" type="presParOf" srcId="{D5F3EADE-C25F-41C1-A134-25BF24F0348D}" destId="{510702A8-74FC-4F34-ADF6-14607525D072}" srcOrd="12" destOrd="0" presId="urn:microsoft.com/office/officeart/2005/8/layout/list1"/>
    <dgm:cxn modelId="{77B2413E-27E0-48AB-A922-37DC98A89809}" type="presParOf" srcId="{510702A8-74FC-4F34-ADF6-14607525D072}" destId="{2CD552A7-80AA-4300-965E-F9E1A981E95F}" srcOrd="0" destOrd="0" presId="urn:microsoft.com/office/officeart/2005/8/layout/list1"/>
    <dgm:cxn modelId="{7CE7BA4F-570A-4032-8D54-ACFCE5858458}" type="presParOf" srcId="{510702A8-74FC-4F34-ADF6-14607525D072}" destId="{DF8055F7-1C41-49F0-8AF8-73BDE927A6FE}" srcOrd="1" destOrd="0" presId="urn:microsoft.com/office/officeart/2005/8/layout/list1"/>
    <dgm:cxn modelId="{889BA6CF-86D3-4BDD-BA2A-A793DE086A5B}" type="presParOf" srcId="{D5F3EADE-C25F-41C1-A134-25BF24F0348D}" destId="{FCF803E7-976A-4A8D-915C-D72F0FFE21D1}" srcOrd="13" destOrd="0" presId="urn:microsoft.com/office/officeart/2005/8/layout/list1"/>
    <dgm:cxn modelId="{5E173C6E-0501-411E-96E5-261E52DE112A}" type="presParOf" srcId="{D5F3EADE-C25F-41C1-A134-25BF24F0348D}" destId="{C0CF0E8B-FB40-4CFA-A0B3-42901F3227AC}" srcOrd="14" destOrd="0" presId="urn:microsoft.com/office/officeart/2005/8/layout/list1"/>
    <dgm:cxn modelId="{462851BF-B29C-44DB-885F-61677C79F519}" type="presParOf" srcId="{D5F3EADE-C25F-41C1-A134-25BF24F0348D}" destId="{5DFDF4D6-8268-4850-AAC4-9C3C3072CE1E}" srcOrd="15" destOrd="0" presId="urn:microsoft.com/office/officeart/2005/8/layout/list1"/>
    <dgm:cxn modelId="{8895BF7D-4F45-42EE-A133-E00CDAD51989}" type="presParOf" srcId="{D5F3EADE-C25F-41C1-A134-25BF24F0348D}" destId="{42ACEA82-987B-4FE5-A27E-9EC098C3B540}" srcOrd="16" destOrd="0" presId="urn:microsoft.com/office/officeart/2005/8/layout/list1"/>
    <dgm:cxn modelId="{FB57D971-41C8-44BF-936F-4E5A11D01612}" type="presParOf" srcId="{42ACEA82-987B-4FE5-A27E-9EC098C3B540}" destId="{E4684BBE-86D5-4CB0-AD77-0B04E5F54A96}" srcOrd="0" destOrd="0" presId="urn:microsoft.com/office/officeart/2005/8/layout/list1"/>
    <dgm:cxn modelId="{66878DEA-0B23-4C03-848D-5C3716E57EFF}" type="presParOf" srcId="{42ACEA82-987B-4FE5-A27E-9EC098C3B540}" destId="{203C63D7-7D73-4484-8215-1F00740B4866}" srcOrd="1" destOrd="0" presId="urn:microsoft.com/office/officeart/2005/8/layout/list1"/>
    <dgm:cxn modelId="{1F34DC4B-AB95-43F1-B186-8BB68F45FFC8}" type="presParOf" srcId="{D5F3EADE-C25F-41C1-A134-25BF24F0348D}" destId="{860EA22A-0FC1-4CB5-89CC-FAF74303D894}" srcOrd="17" destOrd="0" presId="urn:microsoft.com/office/officeart/2005/8/layout/list1"/>
    <dgm:cxn modelId="{98CC709E-EC34-41B2-BEC1-E4F436E1AA08}" type="presParOf" srcId="{D5F3EADE-C25F-41C1-A134-25BF24F0348D}" destId="{5CAF311A-3E4A-4109-ABF4-AA893280684F}" srcOrd="18" destOrd="0" presId="urn:microsoft.com/office/officeart/2005/8/layout/list1"/>
    <dgm:cxn modelId="{4265AAD7-1B59-435F-9330-6456D585A39C}" type="presParOf" srcId="{D5F3EADE-C25F-41C1-A134-25BF24F0348D}" destId="{B8FE74F1-4CEE-4932-9E03-211E6009BEC5}" srcOrd="19" destOrd="0" presId="urn:microsoft.com/office/officeart/2005/8/layout/list1"/>
    <dgm:cxn modelId="{73D9441A-D539-4D8B-AD18-FB17781C2266}" type="presParOf" srcId="{D5F3EADE-C25F-41C1-A134-25BF24F0348D}" destId="{866C1103-CDD9-473D-99FD-DAAF7E5AA541}" srcOrd="20" destOrd="0" presId="urn:microsoft.com/office/officeart/2005/8/layout/list1"/>
    <dgm:cxn modelId="{3C4DC370-FF56-457C-8C4E-44A1F7697DBC}" type="presParOf" srcId="{866C1103-CDD9-473D-99FD-DAAF7E5AA541}" destId="{F963ECC0-5E2B-4357-A3A6-93E21AEC727D}" srcOrd="0" destOrd="0" presId="urn:microsoft.com/office/officeart/2005/8/layout/list1"/>
    <dgm:cxn modelId="{14C7F327-996F-452D-AC36-E5AC2A4EA292}" type="presParOf" srcId="{866C1103-CDD9-473D-99FD-DAAF7E5AA541}" destId="{FE597997-5192-46FA-9FE6-8466DC0AFB16}" srcOrd="1" destOrd="0" presId="urn:microsoft.com/office/officeart/2005/8/layout/list1"/>
    <dgm:cxn modelId="{C2820F33-C25A-4BE4-BFD8-E084627C9B65}" type="presParOf" srcId="{D5F3EADE-C25F-41C1-A134-25BF24F0348D}" destId="{AF428A6B-96E1-4389-9226-DE6DFC163F55}" srcOrd="21" destOrd="0" presId="urn:microsoft.com/office/officeart/2005/8/layout/list1"/>
    <dgm:cxn modelId="{FDA8BA50-1B0D-40B2-B437-818B8E4435B3}" type="presParOf" srcId="{D5F3EADE-C25F-41C1-A134-25BF24F0348D}" destId="{58E4ADDF-9339-46C8-9831-6CC3A97C8384}" srcOrd="22" destOrd="0" presId="urn:microsoft.com/office/officeart/2005/8/layout/list1"/>
    <dgm:cxn modelId="{E51ED178-A982-4E6A-B142-01E2CB178AE4}" type="presParOf" srcId="{D5F3EADE-C25F-41C1-A134-25BF24F0348D}" destId="{2FEDA2B1-C5C0-45A9-A2EB-040494509120}" srcOrd="23" destOrd="0" presId="urn:microsoft.com/office/officeart/2005/8/layout/list1"/>
    <dgm:cxn modelId="{D2D5B963-7E7C-402E-87A4-6C8140456A15}" type="presParOf" srcId="{D5F3EADE-C25F-41C1-A134-25BF24F0348D}" destId="{8C7CDEE6-B33A-4E5D-91BE-23C755B7049D}" srcOrd="24" destOrd="0" presId="urn:microsoft.com/office/officeart/2005/8/layout/list1"/>
    <dgm:cxn modelId="{A11788F9-4D83-4DBA-87E0-D1EAE8BAC654}" type="presParOf" srcId="{8C7CDEE6-B33A-4E5D-91BE-23C755B7049D}" destId="{0A580898-728C-4606-9F7A-A3970298B593}" srcOrd="0" destOrd="0" presId="urn:microsoft.com/office/officeart/2005/8/layout/list1"/>
    <dgm:cxn modelId="{30A9F318-C682-4929-9B89-8E9243602980}" type="presParOf" srcId="{8C7CDEE6-B33A-4E5D-91BE-23C755B7049D}" destId="{4C94C255-A321-4F57-95CE-2149BAE67BC8}" srcOrd="1" destOrd="0" presId="urn:microsoft.com/office/officeart/2005/8/layout/list1"/>
    <dgm:cxn modelId="{E9B1EF62-BD67-4F25-97F4-CB8FF48DAC37}" type="presParOf" srcId="{D5F3EADE-C25F-41C1-A134-25BF24F0348D}" destId="{AED2BC4F-7EA3-4A59-B77A-4002F1FF1C69}" srcOrd="25" destOrd="0" presId="urn:microsoft.com/office/officeart/2005/8/layout/list1"/>
    <dgm:cxn modelId="{AE9F2117-E4F7-4FFF-9969-2F7874BC81C0}" type="presParOf" srcId="{D5F3EADE-C25F-41C1-A134-25BF24F0348D}" destId="{95B5CD93-5148-42C3-B085-779DD4CA47DB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18E5F7B-2A1E-484A-8921-97927186F7EE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5F991887-881A-4A76-93E8-66D3E6A05927}">
      <dgm:prSet/>
      <dgm:spPr/>
      <dgm:t>
        <a:bodyPr/>
        <a:lstStyle/>
        <a:p>
          <a:r>
            <a:rPr lang="en-US" b="0" i="0"/>
            <a:t>Avg Adjusted Salary by Experience Level</a:t>
          </a:r>
          <a:endParaRPr lang="en-IN"/>
        </a:p>
      </dgm:t>
    </dgm:pt>
    <dgm:pt modelId="{B32010BD-0D3F-4D97-913C-60F2AB663BE5}" type="parTrans" cxnId="{B4DB4707-9E77-4EC9-BF55-8F80B88CC7DD}">
      <dgm:prSet/>
      <dgm:spPr/>
      <dgm:t>
        <a:bodyPr/>
        <a:lstStyle/>
        <a:p>
          <a:endParaRPr lang="en-IN"/>
        </a:p>
      </dgm:t>
    </dgm:pt>
    <dgm:pt modelId="{F0F0DE7A-C46E-468B-A802-0B1047F17A11}" type="sibTrans" cxnId="{B4DB4707-9E77-4EC9-BF55-8F80B88CC7DD}">
      <dgm:prSet/>
      <dgm:spPr/>
      <dgm:t>
        <a:bodyPr/>
        <a:lstStyle/>
        <a:p>
          <a:endParaRPr lang="en-IN"/>
        </a:p>
      </dgm:t>
    </dgm:pt>
    <dgm:pt modelId="{51B36A80-1883-4609-94FB-6BE18F26137F}" type="pres">
      <dgm:prSet presAssocID="{018E5F7B-2A1E-484A-8921-97927186F7EE}" presName="linear" presStyleCnt="0">
        <dgm:presLayoutVars>
          <dgm:animLvl val="lvl"/>
          <dgm:resizeHandles val="exact"/>
        </dgm:presLayoutVars>
      </dgm:prSet>
      <dgm:spPr/>
    </dgm:pt>
    <dgm:pt modelId="{24F6C628-D749-40DD-9262-80B232BFFFCA}" type="pres">
      <dgm:prSet presAssocID="{5F991887-881A-4A76-93E8-66D3E6A0592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4DB4707-9E77-4EC9-BF55-8F80B88CC7DD}" srcId="{018E5F7B-2A1E-484A-8921-97927186F7EE}" destId="{5F991887-881A-4A76-93E8-66D3E6A05927}" srcOrd="0" destOrd="0" parTransId="{B32010BD-0D3F-4D97-913C-60F2AB663BE5}" sibTransId="{F0F0DE7A-C46E-468B-A802-0B1047F17A11}"/>
    <dgm:cxn modelId="{90A614A3-80F8-4C42-98E0-B0F308EB7182}" type="presOf" srcId="{5F991887-881A-4A76-93E8-66D3E6A05927}" destId="{24F6C628-D749-40DD-9262-80B232BFFFCA}" srcOrd="0" destOrd="0" presId="urn:microsoft.com/office/officeart/2005/8/layout/vList2"/>
    <dgm:cxn modelId="{C81391A7-6F8D-43A5-B41A-AA8F79672967}" type="presOf" srcId="{018E5F7B-2A1E-484A-8921-97927186F7EE}" destId="{51B36A80-1883-4609-94FB-6BE18F26137F}" srcOrd="0" destOrd="0" presId="urn:microsoft.com/office/officeart/2005/8/layout/vList2"/>
    <dgm:cxn modelId="{FEB6A5EF-E9AD-4391-90B9-3D28AE27896F}" type="presParOf" srcId="{51B36A80-1883-4609-94FB-6BE18F26137F}" destId="{24F6C628-D749-40DD-9262-80B232BFFFC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638C155-0EAC-438C-9A14-2F8B74A23DAA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3F28C256-29B0-4FED-AEF7-AFC83816F6FF}">
      <dgm:prSet/>
      <dgm:spPr/>
      <dgm:t>
        <a:bodyPr/>
        <a:lstStyle/>
        <a:p>
          <a:r>
            <a:rPr lang="en-IN" b="1" i="0"/>
            <a:t>Executive:</a:t>
          </a:r>
          <a:r>
            <a:rPr lang="en-IN" b="0" i="0"/>
            <a:t> Top pay</a:t>
          </a:r>
          <a:endParaRPr lang="en-IN"/>
        </a:p>
      </dgm:t>
    </dgm:pt>
    <dgm:pt modelId="{EB051039-7F01-4480-B0FD-E27C8F140C7E}" type="parTrans" cxnId="{935FF334-53E2-4753-899F-8174B402E414}">
      <dgm:prSet/>
      <dgm:spPr/>
      <dgm:t>
        <a:bodyPr/>
        <a:lstStyle/>
        <a:p>
          <a:endParaRPr lang="en-IN"/>
        </a:p>
      </dgm:t>
    </dgm:pt>
    <dgm:pt modelId="{F0C28025-F4E9-49ED-BE59-7D1A1B206BBA}" type="sibTrans" cxnId="{935FF334-53E2-4753-899F-8174B402E414}">
      <dgm:prSet/>
      <dgm:spPr/>
      <dgm:t>
        <a:bodyPr/>
        <a:lstStyle/>
        <a:p>
          <a:endParaRPr lang="en-IN"/>
        </a:p>
      </dgm:t>
    </dgm:pt>
    <dgm:pt modelId="{460A0F96-5EBD-460E-8EB2-9555B2EDBA74}">
      <dgm:prSet/>
      <dgm:spPr/>
      <dgm:t>
        <a:bodyPr/>
        <a:lstStyle/>
        <a:p>
          <a:r>
            <a:rPr lang="en-IN" b="1" i="0" dirty="0"/>
            <a:t>Senior:</a:t>
          </a:r>
          <a:r>
            <a:rPr lang="en-IN" b="0" i="0" dirty="0"/>
            <a:t> high pay</a:t>
          </a:r>
          <a:endParaRPr lang="en-IN" dirty="0"/>
        </a:p>
      </dgm:t>
    </dgm:pt>
    <dgm:pt modelId="{5171BB0E-279F-43B1-8511-FACEE745E52F}" type="parTrans" cxnId="{0FF7DFDD-BDAC-4606-9C1A-AD9F11E08BED}">
      <dgm:prSet/>
      <dgm:spPr/>
      <dgm:t>
        <a:bodyPr/>
        <a:lstStyle/>
        <a:p>
          <a:endParaRPr lang="en-IN"/>
        </a:p>
      </dgm:t>
    </dgm:pt>
    <dgm:pt modelId="{66A50E68-3DFF-443A-972F-D2837FB971A5}" type="sibTrans" cxnId="{0FF7DFDD-BDAC-4606-9C1A-AD9F11E08BED}">
      <dgm:prSet/>
      <dgm:spPr/>
      <dgm:t>
        <a:bodyPr/>
        <a:lstStyle/>
        <a:p>
          <a:endParaRPr lang="en-IN"/>
        </a:p>
      </dgm:t>
    </dgm:pt>
    <dgm:pt modelId="{602BC827-A224-49AA-BC09-5FD3743CF16B}">
      <dgm:prSet/>
      <dgm:spPr/>
      <dgm:t>
        <a:bodyPr/>
        <a:lstStyle/>
        <a:p>
          <a:r>
            <a:rPr lang="en-IN" b="1" i="0"/>
            <a:t>Mid-level:</a:t>
          </a:r>
          <a:r>
            <a:rPr lang="en-IN" b="0" i="0"/>
            <a:t> moderate pay</a:t>
          </a:r>
          <a:endParaRPr lang="en-IN"/>
        </a:p>
      </dgm:t>
    </dgm:pt>
    <dgm:pt modelId="{4C2FB985-3B55-4DE4-A73B-2F8E409462A9}" type="parTrans" cxnId="{9B5D2DF3-562D-4640-85A7-CA14DC073284}">
      <dgm:prSet/>
      <dgm:spPr/>
      <dgm:t>
        <a:bodyPr/>
        <a:lstStyle/>
        <a:p>
          <a:endParaRPr lang="en-IN"/>
        </a:p>
      </dgm:t>
    </dgm:pt>
    <dgm:pt modelId="{AE53FF8A-24A9-4AB9-BD51-E1134748B124}" type="sibTrans" cxnId="{9B5D2DF3-562D-4640-85A7-CA14DC073284}">
      <dgm:prSet/>
      <dgm:spPr/>
      <dgm:t>
        <a:bodyPr/>
        <a:lstStyle/>
        <a:p>
          <a:endParaRPr lang="en-IN"/>
        </a:p>
      </dgm:t>
    </dgm:pt>
    <dgm:pt modelId="{C5860ED2-047B-4EE1-BE6A-269B44AC9985}">
      <dgm:prSet/>
      <dgm:spPr/>
      <dgm:t>
        <a:bodyPr/>
        <a:lstStyle/>
        <a:p>
          <a:r>
            <a:rPr lang="en-IN" b="1" i="0" dirty="0"/>
            <a:t>Entry-level:</a:t>
          </a:r>
          <a:r>
            <a:rPr lang="en-IN" b="0" i="0" dirty="0"/>
            <a:t> lowest pay</a:t>
          </a:r>
          <a:endParaRPr lang="en-IN" dirty="0"/>
        </a:p>
      </dgm:t>
    </dgm:pt>
    <dgm:pt modelId="{D1D79808-3AC0-458A-B9EC-EDF3C01309E9}" type="parTrans" cxnId="{B81F03F4-D8B8-4965-873E-56467789C1BE}">
      <dgm:prSet/>
      <dgm:spPr/>
      <dgm:t>
        <a:bodyPr/>
        <a:lstStyle/>
        <a:p>
          <a:endParaRPr lang="en-IN"/>
        </a:p>
      </dgm:t>
    </dgm:pt>
    <dgm:pt modelId="{D488C820-59D5-465C-A96B-0FC07C947585}" type="sibTrans" cxnId="{B81F03F4-D8B8-4965-873E-56467789C1BE}">
      <dgm:prSet/>
      <dgm:spPr/>
      <dgm:t>
        <a:bodyPr/>
        <a:lstStyle/>
        <a:p>
          <a:endParaRPr lang="en-IN"/>
        </a:p>
      </dgm:t>
    </dgm:pt>
    <dgm:pt modelId="{24D31E8D-82D2-405F-B7E8-E1710C92EFDD}" type="pres">
      <dgm:prSet presAssocID="{A638C155-0EAC-438C-9A14-2F8B74A23DAA}" presName="matrix" presStyleCnt="0">
        <dgm:presLayoutVars>
          <dgm:chMax val="1"/>
          <dgm:dir/>
          <dgm:resizeHandles val="exact"/>
        </dgm:presLayoutVars>
      </dgm:prSet>
      <dgm:spPr/>
    </dgm:pt>
    <dgm:pt modelId="{8658CD81-5B98-41EA-A749-FCBED2BD0F40}" type="pres">
      <dgm:prSet presAssocID="{A638C155-0EAC-438C-9A14-2F8B74A23DAA}" presName="diamond" presStyleLbl="bgShp" presStyleIdx="0" presStyleCnt="1"/>
      <dgm:spPr/>
    </dgm:pt>
    <dgm:pt modelId="{EA40F8C7-B5E1-499D-B215-C9430FC5FFC1}" type="pres">
      <dgm:prSet presAssocID="{A638C155-0EAC-438C-9A14-2F8B74A23DA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24E9A0E-9B29-458B-8AFA-B4B592B1C1F0}" type="pres">
      <dgm:prSet presAssocID="{A638C155-0EAC-438C-9A14-2F8B74A23DA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566E3CD-B07B-454C-B471-CA86376E19C4}" type="pres">
      <dgm:prSet presAssocID="{A638C155-0EAC-438C-9A14-2F8B74A23DA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C3217E1-1C47-4EC0-91E0-DBFFF0DA51C2}" type="pres">
      <dgm:prSet presAssocID="{A638C155-0EAC-438C-9A14-2F8B74A23DA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35FF334-53E2-4753-899F-8174B402E414}" srcId="{A638C155-0EAC-438C-9A14-2F8B74A23DAA}" destId="{3F28C256-29B0-4FED-AEF7-AFC83816F6FF}" srcOrd="0" destOrd="0" parTransId="{EB051039-7F01-4480-B0FD-E27C8F140C7E}" sibTransId="{F0C28025-F4E9-49ED-BE59-7D1A1B206BBA}"/>
    <dgm:cxn modelId="{1376D94D-9279-4E34-BD09-B350C7994C9A}" type="presOf" srcId="{3F28C256-29B0-4FED-AEF7-AFC83816F6FF}" destId="{EA40F8C7-B5E1-499D-B215-C9430FC5FFC1}" srcOrd="0" destOrd="0" presId="urn:microsoft.com/office/officeart/2005/8/layout/matrix3"/>
    <dgm:cxn modelId="{FC3FE287-A051-4FE6-AB4E-113406B3EFF0}" type="presOf" srcId="{C5860ED2-047B-4EE1-BE6A-269B44AC9985}" destId="{3C3217E1-1C47-4EC0-91E0-DBFFF0DA51C2}" srcOrd="0" destOrd="0" presId="urn:microsoft.com/office/officeart/2005/8/layout/matrix3"/>
    <dgm:cxn modelId="{EE8222A3-8008-437D-A78D-DAB8131560D4}" type="presOf" srcId="{460A0F96-5EBD-460E-8EB2-9555B2EDBA74}" destId="{824E9A0E-9B29-458B-8AFA-B4B592B1C1F0}" srcOrd="0" destOrd="0" presId="urn:microsoft.com/office/officeart/2005/8/layout/matrix3"/>
    <dgm:cxn modelId="{58936EAB-BE0C-413F-8E81-FBF896EF2840}" type="presOf" srcId="{602BC827-A224-49AA-BC09-5FD3743CF16B}" destId="{3566E3CD-B07B-454C-B471-CA86376E19C4}" srcOrd="0" destOrd="0" presId="urn:microsoft.com/office/officeart/2005/8/layout/matrix3"/>
    <dgm:cxn modelId="{0FF7DFDD-BDAC-4606-9C1A-AD9F11E08BED}" srcId="{A638C155-0EAC-438C-9A14-2F8B74A23DAA}" destId="{460A0F96-5EBD-460E-8EB2-9555B2EDBA74}" srcOrd="1" destOrd="0" parTransId="{5171BB0E-279F-43B1-8511-FACEE745E52F}" sibTransId="{66A50E68-3DFF-443A-972F-D2837FB971A5}"/>
    <dgm:cxn modelId="{4C851ADF-2D16-414E-92BC-840507B17CAA}" type="presOf" srcId="{A638C155-0EAC-438C-9A14-2F8B74A23DAA}" destId="{24D31E8D-82D2-405F-B7E8-E1710C92EFDD}" srcOrd="0" destOrd="0" presId="urn:microsoft.com/office/officeart/2005/8/layout/matrix3"/>
    <dgm:cxn modelId="{9B5D2DF3-562D-4640-85A7-CA14DC073284}" srcId="{A638C155-0EAC-438C-9A14-2F8B74A23DAA}" destId="{602BC827-A224-49AA-BC09-5FD3743CF16B}" srcOrd="2" destOrd="0" parTransId="{4C2FB985-3B55-4DE4-A73B-2F8E409462A9}" sibTransId="{AE53FF8A-24A9-4AB9-BD51-E1134748B124}"/>
    <dgm:cxn modelId="{B81F03F4-D8B8-4965-873E-56467789C1BE}" srcId="{A638C155-0EAC-438C-9A14-2F8B74A23DAA}" destId="{C5860ED2-047B-4EE1-BE6A-269B44AC9985}" srcOrd="3" destOrd="0" parTransId="{D1D79808-3AC0-458A-B9EC-EDF3C01309E9}" sibTransId="{D488C820-59D5-465C-A96B-0FC07C947585}"/>
    <dgm:cxn modelId="{646C45D6-D615-434F-A167-EDAB1564BCB8}" type="presParOf" srcId="{24D31E8D-82D2-405F-B7E8-E1710C92EFDD}" destId="{8658CD81-5B98-41EA-A749-FCBED2BD0F40}" srcOrd="0" destOrd="0" presId="urn:microsoft.com/office/officeart/2005/8/layout/matrix3"/>
    <dgm:cxn modelId="{E23CE725-145E-4BE0-8D32-CBA5D124C6BB}" type="presParOf" srcId="{24D31E8D-82D2-405F-B7E8-E1710C92EFDD}" destId="{EA40F8C7-B5E1-499D-B215-C9430FC5FFC1}" srcOrd="1" destOrd="0" presId="urn:microsoft.com/office/officeart/2005/8/layout/matrix3"/>
    <dgm:cxn modelId="{662012EA-7E1C-48C5-8929-62B87D00E246}" type="presParOf" srcId="{24D31E8D-82D2-405F-B7E8-E1710C92EFDD}" destId="{824E9A0E-9B29-458B-8AFA-B4B592B1C1F0}" srcOrd="2" destOrd="0" presId="urn:microsoft.com/office/officeart/2005/8/layout/matrix3"/>
    <dgm:cxn modelId="{A9FD738C-2F16-4EF8-AEB9-94FDF4DE384B}" type="presParOf" srcId="{24D31E8D-82D2-405F-B7E8-E1710C92EFDD}" destId="{3566E3CD-B07B-454C-B471-CA86376E19C4}" srcOrd="3" destOrd="0" presId="urn:microsoft.com/office/officeart/2005/8/layout/matrix3"/>
    <dgm:cxn modelId="{90B37A98-4C19-46D1-A19A-350FDA87C060}" type="presParOf" srcId="{24D31E8D-82D2-405F-B7E8-E1710C92EFDD}" destId="{3C3217E1-1C47-4EC0-91E0-DBFFF0DA51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8B877B-3273-44F5-A0F6-2F51EFF937FD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A894BD64-90E4-4622-B5E9-B20C316217C3}">
      <dgm:prSet/>
      <dgm:spPr/>
      <dgm:t>
        <a:bodyPr/>
        <a:lstStyle/>
        <a:p>
          <a:r>
            <a:rPr lang="en-US" b="0" i="0" dirty="0"/>
            <a:t>Average Salary Over Time by Experience Level (2020–23)</a:t>
          </a:r>
          <a:endParaRPr lang="en-IN" dirty="0"/>
        </a:p>
      </dgm:t>
    </dgm:pt>
    <dgm:pt modelId="{AF6F8554-9675-4A7E-948E-4AB036840339}" type="parTrans" cxnId="{EE427821-F67F-4154-A63E-2F8F88C8CA1F}">
      <dgm:prSet/>
      <dgm:spPr/>
      <dgm:t>
        <a:bodyPr/>
        <a:lstStyle/>
        <a:p>
          <a:endParaRPr lang="en-IN"/>
        </a:p>
      </dgm:t>
    </dgm:pt>
    <dgm:pt modelId="{202218FF-2D36-4E4C-9C95-710AC7038BE9}" type="sibTrans" cxnId="{EE427821-F67F-4154-A63E-2F8F88C8CA1F}">
      <dgm:prSet/>
      <dgm:spPr/>
      <dgm:t>
        <a:bodyPr/>
        <a:lstStyle/>
        <a:p>
          <a:endParaRPr lang="en-IN"/>
        </a:p>
      </dgm:t>
    </dgm:pt>
    <dgm:pt modelId="{8E9E0226-7CB9-4385-AA53-9DF0EE3AB00F}" type="pres">
      <dgm:prSet presAssocID="{3F8B877B-3273-44F5-A0F6-2F51EFF937FD}" presName="linear" presStyleCnt="0">
        <dgm:presLayoutVars>
          <dgm:animLvl val="lvl"/>
          <dgm:resizeHandles val="exact"/>
        </dgm:presLayoutVars>
      </dgm:prSet>
      <dgm:spPr/>
    </dgm:pt>
    <dgm:pt modelId="{280D52DD-CBA7-474D-9290-8086AAEEA3E6}" type="pres">
      <dgm:prSet presAssocID="{A894BD64-90E4-4622-B5E9-B20C316217C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E427821-F67F-4154-A63E-2F8F88C8CA1F}" srcId="{3F8B877B-3273-44F5-A0F6-2F51EFF937FD}" destId="{A894BD64-90E4-4622-B5E9-B20C316217C3}" srcOrd="0" destOrd="0" parTransId="{AF6F8554-9675-4A7E-948E-4AB036840339}" sibTransId="{202218FF-2D36-4E4C-9C95-710AC7038BE9}"/>
    <dgm:cxn modelId="{E086B269-01F8-4250-9566-A7F1B4D50E9A}" type="presOf" srcId="{3F8B877B-3273-44F5-A0F6-2F51EFF937FD}" destId="{8E9E0226-7CB9-4385-AA53-9DF0EE3AB00F}" srcOrd="0" destOrd="0" presId="urn:microsoft.com/office/officeart/2005/8/layout/vList2"/>
    <dgm:cxn modelId="{03A7AFEC-0208-4DFA-BD2E-33C6CF4B65EA}" type="presOf" srcId="{A894BD64-90E4-4622-B5E9-B20C316217C3}" destId="{280D52DD-CBA7-474D-9290-8086AAEEA3E6}" srcOrd="0" destOrd="0" presId="urn:microsoft.com/office/officeart/2005/8/layout/vList2"/>
    <dgm:cxn modelId="{9FCD7E96-3E3C-41BF-9214-D38DB2BEAEBC}" type="presParOf" srcId="{8E9E0226-7CB9-4385-AA53-9DF0EE3AB00F}" destId="{280D52DD-CBA7-474D-9290-8086AAEEA3E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453D9DF-E693-40DA-8623-BC1671CC77DA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518CE9B3-19C6-40BB-B533-6C7EF921EAC7}">
      <dgm:prSet/>
      <dgm:spPr/>
      <dgm:t>
        <a:bodyPr/>
        <a:lstStyle/>
        <a:p>
          <a:r>
            <a:rPr lang="en-US" b="0" i="0"/>
            <a:t>Entry: steady rise</a:t>
          </a:r>
          <a:endParaRPr lang="en-IN"/>
        </a:p>
      </dgm:t>
    </dgm:pt>
    <dgm:pt modelId="{D69EE5DF-EE0B-4E67-9970-39546A761EFF}" type="parTrans" cxnId="{AF828B35-6DCE-4FE7-B4F6-DEEAF0509798}">
      <dgm:prSet/>
      <dgm:spPr/>
      <dgm:t>
        <a:bodyPr/>
        <a:lstStyle/>
        <a:p>
          <a:endParaRPr lang="en-IN"/>
        </a:p>
      </dgm:t>
    </dgm:pt>
    <dgm:pt modelId="{B21AF2D8-02F5-455A-B0BC-66B0D398EE20}" type="sibTrans" cxnId="{AF828B35-6DCE-4FE7-B4F6-DEEAF0509798}">
      <dgm:prSet/>
      <dgm:spPr/>
      <dgm:t>
        <a:bodyPr/>
        <a:lstStyle/>
        <a:p>
          <a:endParaRPr lang="en-IN"/>
        </a:p>
      </dgm:t>
    </dgm:pt>
    <dgm:pt modelId="{3E89A144-4279-4BDF-9369-934EFBB174DB}">
      <dgm:prSet/>
      <dgm:spPr/>
      <dgm:t>
        <a:bodyPr/>
        <a:lstStyle/>
        <a:p>
          <a:r>
            <a:rPr lang="en-US" b="0" i="0" dirty="0"/>
            <a:t>companies raising base pay to attract new talent.</a:t>
          </a:r>
          <a:endParaRPr lang="en-IN" dirty="0"/>
        </a:p>
      </dgm:t>
    </dgm:pt>
    <dgm:pt modelId="{AF681649-86C5-4694-ACD2-B7B20EF7F240}" type="parTrans" cxnId="{EB432DB0-E522-415E-A067-893322219C9C}">
      <dgm:prSet/>
      <dgm:spPr/>
      <dgm:t>
        <a:bodyPr/>
        <a:lstStyle/>
        <a:p>
          <a:endParaRPr lang="en-IN"/>
        </a:p>
      </dgm:t>
    </dgm:pt>
    <dgm:pt modelId="{2B2EC8C2-B878-40F2-9EF5-CB1027E7EC57}" type="sibTrans" cxnId="{EB432DB0-E522-415E-A067-893322219C9C}">
      <dgm:prSet/>
      <dgm:spPr/>
      <dgm:t>
        <a:bodyPr/>
        <a:lstStyle/>
        <a:p>
          <a:endParaRPr lang="en-IN"/>
        </a:p>
      </dgm:t>
    </dgm:pt>
    <dgm:pt modelId="{D295828A-26B9-4BC7-8B5C-7B328259197B}">
      <dgm:prSet/>
      <dgm:spPr/>
      <dgm:t>
        <a:bodyPr/>
        <a:lstStyle/>
        <a:p>
          <a:r>
            <a:rPr lang="en-US" b="0" i="0"/>
            <a:t>Mid: up ’21, dip ’22, up ’23</a:t>
          </a:r>
          <a:endParaRPr lang="en-IN"/>
        </a:p>
      </dgm:t>
    </dgm:pt>
    <dgm:pt modelId="{D759B878-DBF1-43C1-9E79-52EC93BC86AA}" type="parTrans" cxnId="{D00150A5-6D52-4EAA-9271-6BD6A3FA11A3}">
      <dgm:prSet/>
      <dgm:spPr/>
      <dgm:t>
        <a:bodyPr/>
        <a:lstStyle/>
        <a:p>
          <a:endParaRPr lang="en-IN"/>
        </a:p>
      </dgm:t>
    </dgm:pt>
    <dgm:pt modelId="{02463B31-70DE-4936-9C4D-2D2BE3777EF2}" type="sibTrans" cxnId="{D00150A5-6D52-4EAA-9271-6BD6A3FA11A3}">
      <dgm:prSet/>
      <dgm:spPr/>
      <dgm:t>
        <a:bodyPr/>
        <a:lstStyle/>
        <a:p>
          <a:endParaRPr lang="en-IN"/>
        </a:p>
      </dgm:t>
    </dgm:pt>
    <dgm:pt modelId="{B8229604-A22E-4331-B0F4-1148A1C02D1C}">
      <dgm:prSet/>
      <dgm:spPr/>
      <dgm:t>
        <a:bodyPr/>
        <a:lstStyle/>
        <a:p>
          <a:r>
            <a:rPr lang="en-US" b="0" i="0" dirty="0"/>
            <a:t>Covid boom → slowdown → market recovery.</a:t>
          </a:r>
          <a:endParaRPr lang="en-IN" dirty="0"/>
        </a:p>
      </dgm:t>
    </dgm:pt>
    <dgm:pt modelId="{4B60BAA1-562C-40B3-B7DB-F2D18E2ED642}" type="parTrans" cxnId="{C36DF6E2-712C-4BA8-86C2-499F589B1907}">
      <dgm:prSet/>
      <dgm:spPr/>
      <dgm:t>
        <a:bodyPr/>
        <a:lstStyle/>
        <a:p>
          <a:endParaRPr lang="en-IN"/>
        </a:p>
      </dgm:t>
    </dgm:pt>
    <dgm:pt modelId="{BF149F9E-9FB8-429E-BADB-DF0CEDBE261F}" type="sibTrans" cxnId="{C36DF6E2-712C-4BA8-86C2-499F589B1907}">
      <dgm:prSet/>
      <dgm:spPr/>
      <dgm:t>
        <a:bodyPr/>
        <a:lstStyle/>
        <a:p>
          <a:endParaRPr lang="en-IN"/>
        </a:p>
      </dgm:t>
    </dgm:pt>
    <dgm:pt modelId="{DC85CA6E-CD28-468A-82B9-3A994272E3C9}">
      <dgm:prSet/>
      <dgm:spPr/>
      <dgm:t>
        <a:bodyPr/>
        <a:lstStyle/>
        <a:p>
          <a:r>
            <a:rPr lang="en-US" b="0" i="0"/>
            <a:t>Senior: dip to ’22, rebound ’23</a:t>
          </a:r>
          <a:endParaRPr lang="en-IN"/>
        </a:p>
      </dgm:t>
    </dgm:pt>
    <dgm:pt modelId="{F256AE86-323D-4D3E-A704-2600EA9FCDF7}" type="parTrans" cxnId="{FE9526EE-6DAE-4285-AF53-2728B0DBD464}">
      <dgm:prSet/>
      <dgm:spPr/>
      <dgm:t>
        <a:bodyPr/>
        <a:lstStyle/>
        <a:p>
          <a:endParaRPr lang="en-IN"/>
        </a:p>
      </dgm:t>
    </dgm:pt>
    <dgm:pt modelId="{69273AAC-EFCB-43FD-A54C-C94D1FF33821}" type="sibTrans" cxnId="{FE9526EE-6DAE-4285-AF53-2728B0DBD464}">
      <dgm:prSet/>
      <dgm:spPr/>
      <dgm:t>
        <a:bodyPr/>
        <a:lstStyle/>
        <a:p>
          <a:endParaRPr lang="en-IN"/>
        </a:p>
      </dgm:t>
    </dgm:pt>
    <dgm:pt modelId="{4288A3C5-862A-4DF4-92C8-4921EE8D0C81}">
      <dgm:prSet/>
      <dgm:spPr/>
      <dgm:t>
        <a:bodyPr/>
        <a:lstStyle/>
        <a:p>
          <a:r>
            <a:rPr lang="en-US" b="0" i="0"/>
            <a:t>budget cuts then catch-up promotions.</a:t>
          </a:r>
          <a:endParaRPr lang="en-IN"/>
        </a:p>
      </dgm:t>
    </dgm:pt>
    <dgm:pt modelId="{9AD199D0-2496-427A-A177-164D0A19348B}" type="parTrans" cxnId="{CF89CF89-2868-4199-B004-76B883C81AD5}">
      <dgm:prSet/>
      <dgm:spPr/>
      <dgm:t>
        <a:bodyPr/>
        <a:lstStyle/>
        <a:p>
          <a:endParaRPr lang="en-IN"/>
        </a:p>
      </dgm:t>
    </dgm:pt>
    <dgm:pt modelId="{7E139EC2-7586-4FA9-AE95-6301E8ED9926}" type="sibTrans" cxnId="{CF89CF89-2868-4199-B004-76B883C81AD5}">
      <dgm:prSet/>
      <dgm:spPr/>
      <dgm:t>
        <a:bodyPr/>
        <a:lstStyle/>
        <a:p>
          <a:endParaRPr lang="en-IN"/>
        </a:p>
      </dgm:t>
    </dgm:pt>
    <dgm:pt modelId="{ED936106-1D9C-4B8E-9114-90C38A850ECD}">
      <dgm:prSet/>
      <dgm:spPr/>
      <dgm:t>
        <a:bodyPr/>
        <a:lstStyle/>
        <a:p>
          <a:r>
            <a:rPr lang="en-US" b="0" i="0"/>
            <a:t>Exec: big jump in ’21, drop in ’22–’23</a:t>
          </a:r>
          <a:endParaRPr lang="en-IN"/>
        </a:p>
      </dgm:t>
    </dgm:pt>
    <dgm:pt modelId="{8DF19299-9145-419D-B3C5-F749BDED7111}" type="parTrans" cxnId="{C1B3D515-C14B-424D-8ADA-3ED056310079}">
      <dgm:prSet/>
      <dgm:spPr/>
      <dgm:t>
        <a:bodyPr/>
        <a:lstStyle/>
        <a:p>
          <a:endParaRPr lang="en-IN"/>
        </a:p>
      </dgm:t>
    </dgm:pt>
    <dgm:pt modelId="{E5BE5EEF-DACC-4817-8F4A-5C3B9FCF11B5}" type="sibTrans" cxnId="{C1B3D515-C14B-424D-8ADA-3ED056310079}">
      <dgm:prSet/>
      <dgm:spPr/>
      <dgm:t>
        <a:bodyPr/>
        <a:lstStyle/>
        <a:p>
          <a:endParaRPr lang="en-IN"/>
        </a:p>
      </dgm:t>
    </dgm:pt>
    <dgm:pt modelId="{65DF899B-DD2D-4611-A9A3-7470AE7AAC1B}">
      <dgm:prSet/>
      <dgm:spPr/>
      <dgm:t>
        <a:bodyPr/>
        <a:lstStyle/>
        <a:p>
          <a:r>
            <a:rPr lang="en-US" b="0" i="0"/>
            <a:t>2021 bonuses then correction/post-pandemic realignments.</a:t>
          </a:r>
          <a:endParaRPr lang="en-IN"/>
        </a:p>
      </dgm:t>
    </dgm:pt>
    <dgm:pt modelId="{22A11532-F6C7-402F-BD0A-5D55A5BB7087}" type="parTrans" cxnId="{4E8390DE-1C1F-45E3-8D8A-08780AB114B2}">
      <dgm:prSet/>
      <dgm:spPr/>
      <dgm:t>
        <a:bodyPr/>
        <a:lstStyle/>
        <a:p>
          <a:endParaRPr lang="en-IN"/>
        </a:p>
      </dgm:t>
    </dgm:pt>
    <dgm:pt modelId="{A1CE91F0-2AE2-4D15-93E9-B30C9E29B38B}" type="sibTrans" cxnId="{4E8390DE-1C1F-45E3-8D8A-08780AB114B2}">
      <dgm:prSet/>
      <dgm:spPr/>
      <dgm:t>
        <a:bodyPr/>
        <a:lstStyle/>
        <a:p>
          <a:endParaRPr lang="en-IN"/>
        </a:p>
      </dgm:t>
    </dgm:pt>
    <dgm:pt modelId="{AC453718-076F-4D9F-9336-884F4F643E7F}">
      <dgm:prSet/>
      <dgm:spPr/>
      <dgm:t>
        <a:bodyPr/>
        <a:lstStyle/>
        <a:p>
          <a:r>
            <a:rPr lang="en-US" b="0" i="0"/>
            <a:t>Overall: gains in ’23</a:t>
          </a:r>
          <a:endParaRPr lang="en-IN"/>
        </a:p>
      </dgm:t>
    </dgm:pt>
    <dgm:pt modelId="{ACA276F4-C065-4176-A75C-53BE6DA97090}" type="parTrans" cxnId="{0074CEDD-B7DB-4DA2-AE01-5D201AC08B28}">
      <dgm:prSet/>
      <dgm:spPr/>
      <dgm:t>
        <a:bodyPr/>
        <a:lstStyle/>
        <a:p>
          <a:endParaRPr lang="en-IN"/>
        </a:p>
      </dgm:t>
    </dgm:pt>
    <dgm:pt modelId="{A57F1F6F-4C89-4854-8706-66DC50FC9EED}" type="sibTrans" cxnId="{0074CEDD-B7DB-4DA2-AE01-5D201AC08B28}">
      <dgm:prSet/>
      <dgm:spPr/>
      <dgm:t>
        <a:bodyPr/>
        <a:lstStyle/>
        <a:p>
          <a:endParaRPr lang="en-IN"/>
        </a:p>
      </dgm:t>
    </dgm:pt>
    <dgm:pt modelId="{3F542CD1-5525-4F9D-9670-8DD613E6A3EE}">
      <dgm:prSet/>
      <dgm:spPr/>
      <dgm:t>
        <a:bodyPr/>
        <a:lstStyle/>
        <a:p>
          <a:r>
            <a:rPr lang="en-US" b="0" i="0"/>
            <a:t>inflation adjustments and renewed hiring.</a:t>
          </a:r>
          <a:endParaRPr lang="en-IN"/>
        </a:p>
      </dgm:t>
    </dgm:pt>
    <dgm:pt modelId="{0BAA18BB-618E-4505-87F6-B6104915B7F2}" type="parTrans" cxnId="{2FDC28E6-03EB-442B-8F88-9620776ACEAE}">
      <dgm:prSet/>
      <dgm:spPr/>
      <dgm:t>
        <a:bodyPr/>
        <a:lstStyle/>
        <a:p>
          <a:endParaRPr lang="en-IN"/>
        </a:p>
      </dgm:t>
    </dgm:pt>
    <dgm:pt modelId="{96A6961E-AA12-44F3-9EA1-F44BE27534E9}" type="sibTrans" cxnId="{2FDC28E6-03EB-442B-8F88-9620776ACEAE}">
      <dgm:prSet/>
      <dgm:spPr/>
      <dgm:t>
        <a:bodyPr/>
        <a:lstStyle/>
        <a:p>
          <a:endParaRPr lang="en-IN"/>
        </a:p>
      </dgm:t>
    </dgm:pt>
    <dgm:pt modelId="{2AC2421F-3996-4E0F-B5D2-C34C87C382E0}" type="pres">
      <dgm:prSet presAssocID="{B453D9DF-E693-40DA-8623-BC1671CC77DA}" presName="Name0" presStyleCnt="0">
        <dgm:presLayoutVars>
          <dgm:dir/>
          <dgm:animLvl val="lvl"/>
          <dgm:resizeHandles val="exact"/>
        </dgm:presLayoutVars>
      </dgm:prSet>
      <dgm:spPr/>
    </dgm:pt>
    <dgm:pt modelId="{A100A678-C156-465C-A2A4-E5E70DB31ABB}" type="pres">
      <dgm:prSet presAssocID="{518CE9B3-19C6-40BB-B533-6C7EF921EAC7}" presName="linNode" presStyleCnt="0"/>
      <dgm:spPr/>
    </dgm:pt>
    <dgm:pt modelId="{CCEFBF19-362D-4DF7-9943-7E14CF804811}" type="pres">
      <dgm:prSet presAssocID="{518CE9B3-19C6-40BB-B533-6C7EF921EAC7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55BB0A4E-2DB2-4A17-9E6B-CEAF23962501}" type="pres">
      <dgm:prSet presAssocID="{518CE9B3-19C6-40BB-B533-6C7EF921EAC7}" presName="descendantText" presStyleLbl="alignAccFollowNode1" presStyleIdx="0" presStyleCnt="5">
        <dgm:presLayoutVars>
          <dgm:bulletEnabled val="1"/>
        </dgm:presLayoutVars>
      </dgm:prSet>
      <dgm:spPr/>
    </dgm:pt>
    <dgm:pt modelId="{DE09C510-0CCA-44F9-96EB-953C46362796}" type="pres">
      <dgm:prSet presAssocID="{B21AF2D8-02F5-455A-B0BC-66B0D398EE20}" presName="sp" presStyleCnt="0"/>
      <dgm:spPr/>
    </dgm:pt>
    <dgm:pt modelId="{392B6801-5BA3-4B34-9978-6678B63A2212}" type="pres">
      <dgm:prSet presAssocID="{D295828A-26B9-4BC7-8B5C-7B328259197B}" presName="linNode" presStyleCnt="0"/>
      <dgm:spPr/>
    </dgm:pt>
    <dgm:pt modelId="{E8260034-2FFF-42C9-A731-4E1D1A609FD0}" type="pres">
      <dgm:prSet presAssocID="{D295828A-26B9-4BC7-8B5C-7B328259197B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443AAF3D-D9A4-460A-BE2F-BAA06F8997D9}" type="pres">
      <dgm:prSet presAssocID="{D295828A-26B9-4BC7-8B5C-7B328259197B}" presName="descendantText" presStyleLbl="alignAccFollowNode1" presStyleIdx="1" presStyleCnt="5">
        <dgm:presLayoutVars>
          <dgm:bulletEnabled val="1"/>
        </dgm:presLayoutVars>
      </dgm:prSet>
      <dgm:spPr/>
    </dgm:pt>
    <dgm:pt modelId="{24A82202-D6AC-4793-8E56-DD08F31A4999}" type="pres">
      <dgm:prSet presAssocID="{02463B31-70DE-4936-9C4D-2D2BE3777EF2}" presName="sp" presStyleCnt="0"/>
      <dgm:spPr/>
    </dgm:pt>
    <dgm:pt modelId="{834E6EA2-4246-4B79-9E72-6D3DE4C239D2}" type="pres">
      <dgm:prSet presAssocID="{DC85CA6E-CD28-468A-82B9-3A994272E3C9}" presName="linNode" presStyleCnt="0"/>
      <dgm:spPr/>
    </dgm:pt>
    <dgm:pt modelId="{8FA2D955-5CFD-4D4A-8271-C17BDDA9DF4D}" type="pres">
      <dgm:prSet presAssocID="{DC85CA6E-CD28-468A-82B9-3A994272E3C9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0F8F954-5253-4739-9B13-07217D88E7D9}" type="pres">
      <dgm:prSet presAssocID="{DC85CA6E-CD28-468A-82B9-3A994272E3C9}" presName="descendantText" presStyleLbl="alignAccFollowNode1" presStyleIdx="2" presStyleCnt="5">
        <dgm:presLayoutVars>
          <dgm:bulletEnabled val="1"/>
        </dgm:presLayoutVars>
      </dgm:prSet>
      <dgm:spPr/>
    </dgm:pt>
    <dgm:pt modelId="{9E3038DB-34A1-49B6-8248-CD82F830B8C8}" type="pres">
      <dgm:prSet presAssocID="{69273AAC-EFCB-43FD-A54C-C94D1FF33821}" presName="sp" presStyleCnt="0"/>
      <dgm:spPr/>
    </dgm:pt>
    <dgm:pt modelId="{8A85B5DB-9FD6-4FA9-BFC9-040A61E09284}" type="pres">
      <dgm:prSet presAssocID="{ED936106-1D9C-4B8E-9114-90C38A850ECD}" presName="linNode" presStyleCnt="0"/>
      <dgm:spPr/>
    </dgm:pt>
    <dgm:pt modelId="{41C79983-6D17-4D5D-AC19-717F985C982F}" type="pres">
      <dgm:prSet presAssocID="{ED936106-1D9C-4B8E-9114-90C38A850EC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69DA420-6086-40BC-9D53-F1E59C0A889C}" type="pres">
      <dgm:prSet presAssocID="{ED936106-1D9C-4B8E-9114-90C38A850ECD}" presName="descendantText" presStyleLbl="alignAccFollowNode1" presStyleIdx="3" presStyleCnt="5">
        <dgm:presLayoutVars>
          <dgm:bulletEnabled val="1"/>
        </dgm:presLayoutVars>
      </dgm:prSet>
      <dgm:spPr/>
    </dgm:pt>
    <dgm:pt modelId="{20B7BB46-6BB5-4785-B4B3-C72FF1296B46}" type="pres">
      <dgm:prSet presAssocID="{E5BE5EEF-DACC-4817-8F4A-5C3B9FCF11B5}" presName="sp" presStyleCnt="0"/>
      <dgm:spPr/>
    </dgm:pt>
    <dgm:pt modelId="{73490766-F809-46AE-B1D9-11C403DF8BF6}" type="pres">
      <dgm:prSet presAssocID="{AC453718-076F-4D9F-9336-884F4F643E7F}" presName="linNode" presStyleCnt="0"/>
      <dgm:spPr/>
    </dgm:pt>
    <dgm:pt modelId="{78287DE8-38D7-432B-ADFA-30659F095CAC}" type="pres">
      <dgm:prSet presAssocID="{AC453718-076F-4D9F-9336-884F4F643E7F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091456C4-CB64-445A-9A85-DF6D2290D3D3}" type="pres">
      <dgm:prSet presAssocID="{AC453718-076F-4D9F-9336-884F4F643E7F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C1B3D515-C14B-424D-8ADA-3ED056310079}" srcId="{B453D9DF-E693-40DA-8623-BC1671CC77DA}" destId="{ED936106-1D9C-4B8E-9114-90C38A850ECD}" srcOrd="3" destOrd="0" parTransId="{8DF19299-9145-419D-B3C5-F749BDED7111}" sibTransId="{E5BE5EEF-DACC-4817-8F4A-5C3B9FCF11B5}"/>
    <dgm:cxn modelId="{BDB0FC21-696D-41D9-8A84-1A56B1950798}" type="presOf" srcId="{AC453718-076F-4D9F-9336-884F4F643E7F}" destId="{78287DE8-38D7-432B-ADFA-30659F095CAC}" srcOrd="0" destOrd="0" presId="urn:microsoft.com/office/officeart/2005/8/layout/vList5"/>
    <dgm:cxn modelId="{6CAB2426-CA4D-4056-ABF6-BE9E62E944EA}" type="presOf" srcId="{65DF899B-DD2D-4611-A9A3-7470AE7AAC1B}" destId="{D69DA420-6086-40BC-9D53-F1E59C0A889C}" srcOrd="0" destOrd="0" presId="urn:microsoft.com/office/officeart/2005/8/layout/vList5"/>
    <dgm:cxn modelId="{129DE529-F2E7-4F2E-8A73-A2AEF542CB43}" type="presOf" srcId="{ED936106-1D9C-4B8E-9114-90C38A850ECD}" destId="{41C79983-6D17-4D5D-AC19-717F985C982F}" srcOrd="0" destOrd="0" presId="urn:microsoft.com/office/officeart/2005/8/layout/vList5"/>
    <dgm:cxn modelId="{D8A9B82E-7807-4522-8CCC-8D8D7F8162A1}" type="presOf" srcId="{518CE9B3-19C6-40BB-B533-6C7EF921EAC7}" destId="{CCEFBF19-362D-4DF7-9943-7E14CF804811}" srcOrd="0" destOrd="0" presId="urn:microsoft.com/office/officeart/2005/8/layout/vList5"/>
    <dgm:cxn modelId="{AF828B35-6DCE-4FE7-B4F6-DEEAF0509798}" srcId="{B453D9DF-E693-40DA-8623-BC1671CC77DA}" destId="{518CE9B3-19C6-40BB-B533-6C7EF921EAC7}" srcOrd="0" destOrd="0" parTransId="{D69EE5DF-EE0B-4E67-9970-39546A761EFF}" sibTransId="{B21AF2D8-02F5-455A-B0BC-66B0D398EE20}"/>
    <dgm:cxn modelId="{DBEFBE41-E736-4DB7-8787-8A22505705D3}" type="presOf" srcId="{B453D9DF-E693-40DA-8623-BC1671CC77DA}" destId="{2AC2421F-3996-4E0F-B5D2-C34C87C382E0}" srcOrd="0" destOrd="0" presId="urn:microsoft.com/office/officeart/2005/8/layout/vList5"/>
    <dgm:cxn modelId="{E5BFAE64-D08C-4AFA-955A-C98E9BC569FE}" type="presOf" srcId="{3E89A144-4279-4BDF-9369-934EFBB174DB}" destId="{55BB0A4E-2DB2-4A17-9E6B-CEAF23962501}" srcOrd="0" destOrd="0" presId="urn:microsoft.com/office/officeart/2005/8/layout/vList5"/>
    <dgm:cxn modelId="{E37C214A-6BB2-49D3-B289-514FCD3DD6F6}" type="presOf" srcId="{B8229604-A22E-4331-B0F4-1148A1C02D1C}" destId="{443AAF3D-D9A4-460A-BE2F-BAA06F8997D9}" srcOrd="0" destOrd="0" presId="urn:microsoft.com/office/officeart/2005/8/layout/vList5"/>
    <dgm:cxn modelId="{7CA73B6B-C2B6-4870-A225-5FCEF16D0D19}" type="presOf" srcId="{3F542CD1-5525-4F9D-9670-8DD613E6A3EE}" destId="{091456C4-CB64-445A-9A85-DF6D2290D3D3}" srcOrd="0" destOrd="0" presId="urn:microsoft.com/office/officeart/2005/8/layout/vList5"/>
    <dgm:cxn modelId="{DD2DDC59-33E7-4BF8-B3A0-18057029F0E7}" type="presOf" srcId="{DC85CA6E-CD28-468A-82B9-3A994272E3C9}" destId="{8FA2D955-5CFD-4D4A-8271-C17BDDA9DF4D}" srcOrd="0" destOrd="0" presId="urn:microsoft.com/office/officeart/2005/8/layout/vList5"/>
    <dgm:cxn modelId="{CF89CF89-2868-4199-B004-76B883C81AD5}" srcId="{DC85CA6E-CD28-468A-82B9-3A994272E3C9}" destId="{4288A3C5-862A-4DF4-92C8-4921EE8D0C81}" srcOrd="0" destOrd="0" parTransId="{9AD199D0-2496-427A-A177-164D0A19348B}" sibTransId="{7E139EC2-7586-4FA9-AE95-6301E8ED9926}"/>
    <dgm:cxn modelId="{3A014F8E-92D3-4583-B094-5F33D2BD1DFF}" type="presOf" srcId="{D295828A-26B9-4BC7-8B5C-7B328259197B}" destId="{E8260034-2FFF-42C9-A731-4E1D1A609FD0}" srcOrd="0" destOrd="0" presId="urn:microsoft.com/office/officeart/2005/8/layout/vList5"/>
    <dgm:cxn modelId="{D00150A5-6D52-4EAA-9271-6BD6A3FA11A3}" srcId="{B453D9DF-E693-40DA-8623-BC1671CC77DA}" destId="{D295828A-26B9-4BC7-8B5C-7B328259197B}" srcOrd="1" destOrd="0" parTransId="{D759B878-DBF1-43C1-9E79-52EC93BC86AA}" sibTransId="{02463B31-70DE-4936-9C4D-2D2BE3777EF2}"/>
    <dgm:cxn modelId="{35566EAA-2222-4F03-84F6-3322A2BBDE87}" type="presOf" srcId="{4288A3C5-862A-4DF4-92C8-4921EE8D0C81}" destId="{30F8F954-5253-4739-9B13-07217D88E7D9}" srcOrd="0" destOrd="0" presId="urn:microsoft.com/office/officeart/2005/8/layout/vList5"/>
    <dgm:cxn modelId="{EB432DB0-E522-415E-A067-893322219C9C}" srcId="{518CE9B3-19C6-40BB-B533-6C7EF921EAC7}" destId="{3E89A144-4279-4BDF-9369-934EFBB174DB}" srcOrd="0" destOrd="0" parTransId="{AF681649-86C5-4694-ACD2-B7B20EF7F240}" sibTransId="{2B2EC8C2-B878-40F2-9EF5-CB1027E7EC57}"/>
    <dgm:cxn modelId="{0074CEDD-B7DB-4DA2-AE01-5D201AC08B28}" srcId="{B453D9DF-E693-40DA-8623-BC1671CC77DA}" destId="{AC453718-076F-4D9F-9336-884F4F643E7F}" srcOrd="4" destOrd="0" parTransId="{ACA276F4-C065-4176-A75C-53BE6DA97090}" sibTransId="{A57F1F6F-4C89-4854-8706-66DC50FC9EED}"/>
    <dgm:cxn modelId="{4E8390DE-1C1F-45E3-8D8A-08780AB114B2}" srcId="{ED936106-1D9C-4B8E-9114-90C38A850ECD}" destId="{65DF899B-DD2D-4611-A9A3-7470AE7AAC1B}" srcOrd="0" destOrd="0" parTransId="{22A11532-F6C7-402F-BD0A-5D55A5BB7087}" sibTransId="{A1CE91F0-2AE2-4D15-93E9-B30C9E29B38B}"/>
    <dgm:cxn modelId="{C36DF6E2-712C-4BA8-86C2-499F589B1907}" srcId="{D295828A-26B9-4BC7-8B5C-7B328259197B}" destId="{B8229604-A22E-4331-B0F4-1148A1C02D1C}" srcOrd="0" destOrd="0" parTransId="{4B60BAA1-562C-40B3-B7DB-F2D18E2ED642}" sibTransId="{BF149F9E-9FB8-429E-BADB-DF0CEDBE261F}"/>
    <dgm:cxn modelId="{2FDC28E6-03EB-442B-8F88-9620776ACEAE}" srcId="{AC453718-076F-4D9F-9336-884F4F643E7F}" destId="{3F542CD1-5525-4F9D-9670-8DD613E6A3EE}" srcOrd="0" destOrd="0" parTransId="{0BAA18BB-618E-4505-87F6-B6104915B7F2}" sibTransId="{96A6961E-AA12-44F3-9EA1-F44BE27534E9}"/>
    <dgm:cxn modelId="{FE9526EE-6DAE-4285-AF53-2728B0DBD464}" srcId="{B453D9DF-E693-40DA-8623-BC1671CC77DA}" destId="{DC85CA6E-CD28-468A-82B9-3A994272E3C9}" srcOrd="2" destOrd="0" parTransId="{F256AE86-323D-4D3E-A704-2600EA9FCDF7}" sibTransId="{69273AAC-EFCB-43FD-A54C-C94D1FF33821}"/>
    <dgm:cxn modelId="{1E082B1A-2E90-4C95-B069-6E71DCD7E3BD}" type="presParOf" srcId="{2AC2421F-3996-4E0F-B5D2-C34C87C382E0}" destId="{A100A678-C156-465C-A2A4-E5E70DB31ABB}" srcOrd="0" destOrd="0" presId="urn:microsoft.com/office/officeart/2005/8/layout/vList5"/>
    <dgm:cxn modelId="{3BDDA018-3442-4345-AF02-513D5F977514}" type="presParOf" srcId="{A100A678-C156-465C-A2A4-E5E70DB31ABB}" destId="{CCEFBF19-362D-4DF7-9943-7E14CF804811}" srcOrd="0" destOrd="0" presId="urn:microsoft.com/office/officeart/2005/8/layout/vList5"/>
    <dgm:cxn modelId="{C6C48A55-398C-493B-AAF8-2A735A48C10C}" type="presParOf" srcId="{A100A678-C156-465C-A2A4-E5E70DB31ABB}" destId="{55BB0A4E-2DB2-4A17-9E6B-CEAF23962501}" srcOrd="1" destOrd="0" presId="urn:microsoft.com/office/officeart/2005/8/layout/vList5"/>
    <dgm:cxn modelId="{EB1AD029-0793-4109-973E-0AC850752FFF}" type="presParOf" srcId="{2AC2421F-3996-4E0F-B5D2-C34C87C382E0}" destId="{DE09C510-0CCA-44F9-96EB-953C46362796}" srcOrd="1" destOrd="0" presId="urn:microsoft.com/office/officeart/2005/8/layout/vList5"/>
    <dgm:cxn modelId="{EC5604C5-5089-4FF7-A69A-2F35C0B7D38A}" type="presParOf" srcId="{2AC2421F-3996-4E0F-B5D2-C34C87C382E0}" destId="{392B6801-5BA3-4B34-9978-6678B63A2212}" srcOrd="2" destOrd="0" presId="urn:microsoft.com/office/officeart/2005/8/layout/vList5"/>
    <dgm:cxn modelId="{2388FC05-18CA-416E-95B7-CDA47B429D90}" type="presParOf" srcId="{392B6801-5BA3-4B34-9978-6678B63A2212}" destId="{E8260034-2FFF-42C9-A731-4E1D1A609FD0}" srcOrd="0" destOrd="0" presId="urn:microsoft.com/office/officeart/2005/8/layout/vList5"/>
    <dgm:cxn modelId="{1FE8EFED-BF27-4A11-8E5A-ABB6EC57FB73}" type="presParOf" srcId="{392B6801-5BA3-4B34-9978-6678B63A2212}" destId="{443AAF3D-D9A4-460A-BE2F-BAA06F8997D9}" srcOrd="1" destOrd="0" presId="urn:microsoft.com/office/officeart/2005/8/layout/vList5"/>
    <dgm:cxn modelId="{75DCB0BA-722F-41AF-8F18-FE2DB4B6B877}" type="presParOf" srcId="{2AC2421F-3996-4E0F-B5D2-C34C87C382E0}" destId="{24A82202-D6AC-4793-8E56-DD08F31A4999}" srcOrd="3" destOrd="0" presId="urn:microsoft.com/office/officeart/2005/8/layout/vList5"/>
    <dgm:cxn modelId="{C98CE385-A916-48C2-A15B-658A7E5825AD}" type="presParOf" srcId="{2AC2421F-3996-4E0F-B5D2-C34C87C382E0}" destId="{834E6EA2-4246-4B79-9E72-6D3DE4C239D2}" srcOrd="4" destOrd="0" presId="urn:microsoft.com/office/officeart/2005/8/layout/vList5"/>
    <dgm:cxn modelId="{FDD90661-4DAE-49F8-A499-AF345A12DC4E}" type="presParOf" srcId="{834E6EA2-4246-4B79-9E72-6D3DE4C239D2}" destId="{8FA2D955-5CFD-4D4A-8271-C17BDDA9DF4D}" srcOrd="0" destOrd="0" presId="urn:microsoft.com/office/officeart/2005/8/layout/vList5"/>
    <dgm:cxn modelId="{9C9A1822-1416-411C-8526-7323EE2E48A4}" type="presParOf" srcId="{834E6EA2-4246-4B79-9E72-6D3DE4C239D2}" destId="{30F8F954-5253-4739-9B13-07217D88E7D9}" srcOrd="1" destOrd="0" presId="urn:microsoft.com/office/officeart/2005/8/layout/vList5"/>
    <dgm:cxn modelId="{0F579087-8173-4A5D-A0E0-AB20CDF852B9}" type="presParOf" srcId="{2AC2421F-3996-4E0F-B5D2-C34C87C382E0}" destId="{9E3038DB-34A1-49B6-8248-CD82F830B8C8}" srcOrd="5" destOrd="0" presId="urn:microsoft.com/office/officeart/2005/8/layout/vList5"/>
    <dgm:cxn modelId="{B47A9C06-DB4C-4DE4-B89D-0148A49EC048}" type="presParOf" srcId="{2AC2421F-3996-4E0F-B5D2-C34C87C382E0}" destId="{8A85B5DB-9FD6-4FA9-BFC9-040A61E09284}" srcOrd="6" destOrd="0" presId="urn:microsoft.com/office/officeart/2005/8/layout/vList5"/>
    <dgm:cxn modelId="{88420524-8D50-494A-85C6-FA4B7D57410E}" type="presParOf" srcId="{8A85B5DB-9FD6-4FA9-BFC9-040A61E09284}" destId="{41C79983-6D17-4D5D-AC19-717F985C982F}" srcOrd="0" destOrd="0" presId="urn:microsoft.com/office/officeart/2005/8/layout/vList5"/>
    <dgm:cxn modelId="{318192BD-96E4-4CF3-86D8-433A4E885A4D}" type="presParOf" srcId="{8A85B5DB-9FD6-4FA9-BFC9-040A61E09284}" destId="{D69DA420-6086-40BC-9D53-F1E59C0A889C}" srcOrd="1" destOrd="0" presId="urn:microsoft.com/office/officeart/2005/8/layout/vList5"/>
    <dgm:cxn modelId="{5952EBA4-779E-444A-9ADA-224DF0AC624A}" type="presParOf" srcId="{2AC2421F-3996-4E0F-B5D2-C34C87C382E0}" destId="{20B7BB46-6BB5-4785-B4B3-C72FF1296B46}" srcOrd="7" destOrd="0" presId="urn:microsoft.com/office/officeart/2005/8/layout/vList5"/>
    <dgm:cxn modelId="{CA04032E-361C-4A49-8EF2-163C71DE942B}" type="presParOf" srcId="{2AC2421F-3996-4E0F-B5D2-C34C87C382E0}" destId="{73490766-F809-46AE-B1D9-11C403DF8BF6}" srcOrd="8" destOrd="0" presId="urn:microsoft.com/office/officeart/2005/8/layout/vList5"/>
    <dgm:cxn modelId="{7FB1E403-9591-402B-A13D-3C4A282235B6}" type="presParOf" srcId="{73490766-F809-46AE-B1D9-11C403DF8BF6}" destId="{78287DE8-38D7-432B-ADFA-30659F095CAC}" srcOrd="0" destOrd="0" presId="urn:microsoft.com/office/officeart/2005/8/layout/vList5"/>
    <dgm:cxn modelId="{1536EE3A-6EE5-4825-B492-357E0EF33069}" type="presParOf" srcId="{73490766-F809-46AE-B1D9-11C403DF8BF6}" destId="{091456C4-CB64-445A-9A85-DF6D2290D3D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036AFDF-6F5C-4670-AC4C-E278486997A9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D2395AD2-FC6B-4CE0-A4F4-23389FDE56F3}">
      <dgm:prSet/>
      <dgm:spPr/>
      <dgm:t>
        <a:bodyPr/>
        <a:lstStyle/>
        <a:p>
          <a:r>
            <a:rPr lang="en-US" b="0" i="0" dirty="0"/>
            <a:t>Salary vs Cost of Living</a:t>
          </a:r>
          <a:endParaRPr lang="en-IN" dirty="0"/>
        </a:p>
      </dgm:t>
    </dgm:pt>
    <dgm:pt modelId="{C1A2FA13-A872-4256-A2C1-75500F04F70D}" type="parTrans" cxnId="{02C5B6EC-5C5C-4DF5-AD5B-B068AC7D16AF}">
      <dgm:prSet/>
      <dgm:spPr/>
      <dgm:t>
        <a:bodyPr/>
        <a:lstStyle/>
        <a:p>
          <a:endParaRPr lang="en-IN"/>
        </a:p>
      </dgm:t>
    </dgm:pt>
    <dgm:pt modelId="{E488EDBC-56B5-4B4A-9673-84C9118F80BF}" type="sibTrans" cxnId="{02C5B6EC-5C5C-4DF5-AD5B-B068AC7D16AF}">
      <dgm:prSet/>
      <dgm:spPr/>
      <dgm:t>
        <a:bodyPr/>
        <a:lstStyle/>
        <a:p>
          <a:endParaRPr lang="en-IN"/>
        </a:p>
      </dgm:t>
    </dgm:pt>
    <dgm:pt modelId="{55E2E98C-C24C-435D-A3B9-6A7E75F7409C}" type="pres">
      <dgm:prSet presAssocID="{8036AFDF-6F5C-4670-AC4C-E278486997A9}" presName="linear" presStyleCnt="0">
        <dgm:presLayoutVars>
          <dgm:animLvl val="lvl"/>
          <dgm:resizeHandles val="exact"/>
        </dgm:presLayoutVars>
      </dgm:prSet>
      <dgm:spPr/>
    </dgm:pt>
    <dgm:pt modelId="{04128658-D0B2-4CBC-859A-EE308B285456}" type="pres">
      <dgm:prSet presAssocID="{D2395AD2-FC6B-4CE0-A4F4-23389FDE56F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91B8C41-E864-457B-B7E4-0F56EB0DCFA9}" type="presOf" srcId="{D2395AD2-FC6B-4CE0-A4F4-23389FDE56F3}" destId="{04128658-D0B2-4CBC-859A-EE308B285456}" srcOrd="0" destOrd="0" presId="urn:microsoft.com/office/officeart/2005/8/layout/vList2"/>
    <dgm:cxn modelId="{76575ECD-1FC1-4127-AA09-0CD693837B9F}" type="presOf" srcId="{8036AFDF-6F5C-4670-AC4C-E278486997A9}" destId="{55E2E98C-C24C-435D-A3B9-6A7E75F7409C}" srcOrd="0" destOrd="0" presId="urn:microsoft.com/office/officeart/2005/8/layout/vList2"/>
    <dgm:cxn modelId="{02C5B6EC-5C5C-4DF5-AD5B-B068AC7D16AF}" srcId="{8036AFDF-6F5C-4670-AC4C-E278486997A9}" destId="{D2395AD2-FC6B-4CE0-A4F4-23389FDE56F3}" srcOrd="0" destOrd="0" parTransId="{C1A2FA13-A872-4256-A2C1-75500F04F70D}" sibTransId="{E488EDBC-56B5-4B4A-9673-84C9118F80BF}"/>
    <dgm:cxn modelId="{CA6F1D04-B38D-4D3C-A35A-1464043377AF}" type="presParOf" srcId="{55E2E98C-C24C-435D-A3B9-6A7E75F7409C}" destId="{04128658-D0B2-4CBC-859A-EE308B28545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A4E8FC-EBDC-4D3D-A484-02002181FD70}" type="doc">
      <dgm:prSet loTypeId="urn:microsoft.com/office/officeart/2005/8/layout/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6E701DDF-0741-493A-AAC0-DBDC055DC905}">
      <dgm:prSet custT="1"/>
      <dgm:spPr/>
      <dgm:t>
        <a:bodyPr/>
        <a:lstStyle/>
        <a:p>
          <a:r>
            <a:rPr lang="en-IN" sz="2000" dirty="0"/>
            <a:t>No</a:t>
          </a:r>
          <a:r>
            <a:rPr lang="en-IN" sz="2000" baseline="0" dirty="0"/>
            <a:t> COL Link</a:t>
          </a:r>
          <a:endParaRPr lang="en-IN" sz="2000" dirty="0"/>
        </a:p>
      </dgm:t>
    </dgm:pt>
    <dgm:pt modelId="{43779665-5949-4708-A5CE-4A395FC83C91}" type="parTrans" cxnId="{9412A526-4CFB-483D-ADA5-A73F47DCFE81}">
      <dgm:prSet/>
      <dgm:spPr/>
      <dgm:t>
        <a:bodyPr/>
        <a:lstStyle/>
        <a:p>
          <a:endParaRPr lang="en-IN"/>
        </a:p>
      </dgm:t>
    </dgm:pt>
    <dgm:pt modelId="{797F3AB5-F044-43C5-8EFD-E90B9AD69959}" type="sibTrans" cxnId="{9412A526-4CFB-483D-ADA5-A73F47DCFE81}">
      <dgm:prSet/>
      <dgm:spPr/>
      <dgm:t>
        <a:bodyPr/>
        <a:lstStyle/>
        <a:p>
          <a:endParaRPr lang="en-IN"/>
        </a:p>
      </dgm:t>
    </dgm:pt>
    <dgm:pt modelId="{A89A3599-B40E-4CE0-B5AD-C9B4E90AD4C3}">
      <dgm:prSet/>
      <dgm:spPr/>
      <dgm:t>
        <a:bodyPr/>
        <a:lstStyle/>
        <a:p>
          <a:r>
            <a:rPr lang="en-US" b="1" i="0" dirty="0"/>
            <a:t>Remote work:</a:t>
          </a:r>
          <a:r>
            <a:rPr lang="en-US" b="0" i="0" dirty="0"/>
            <a:t> same pay no matter where you live</a:t>
          </a:r>
          <a:endParaRPr lang="en-IN" dirty="0"/>
        </a:p>
      </dgm:t>
    </dgm:pt>
    <dgm:pt modelId="{793FF6C5-C342-47B4-8436-78121CB30494}" type="parTrans" cxnId="{F99C4DF0-1FD9-46C3-9308-CF4CAB838C60}">
      <dgm:prSet/>
      <dgm:spPr/>
      <dgm:t>
        <a:bodyPr/>
        <a:lstStyle/>
        <a:p>
          <a:endParaRPr lang="en-IN"/>
        </a:p>
      </dgm:t>
    </dgm:pt>
    <dgm:pt modelId="{7CD5421F-8E1E-45E0-8B92-9B07DDE08A6A}" type="sibTrans" cxnId="{F99C4DF0-1FD9-46C3-9308-CF4CAB838C60}">
      <dgm:prSet/>
      <dgm:spPr/>
      <dgm:t>
        <a:bodyPr/>
        <a:lstStyle/>
        <a:p>
          <a:endParaRPr lang="en-IN"/>
        </a:p>
      </dgm:t>
    </dgm:pt>
    <dgm:pt modelId="{C97A1CC9-2DAE-422E-9833-A2064505CF4B}">
      <dgm:prSet/>
      <dgm:spPr/>
      <dgm:t>
        <a:bodyPr/>
        <a:lstStyle/>
        <a:p>
          <a:r>
            <a:rPr lang="en-US" b="1" i="0" dirty="0"/>
            <a:t>Fixed pay bands:</a:t>
          </a:r>
          <a:r>
            <a:rPr lang="en-US" b="0" i="0" dirty="0"/>
            <a:t> companies use one salary range for everyone</a:t>
          </a:r>
          <a:endParaRPr lang="en-IN" dirty="0"/>
        </a:p>
      </dgm:t>
    </dgm:pt>
    <dgm:pt modelId="{EA7CD456-2F89-4E67-9109-909F35726D63}" type="parTrans" cxnId="{35D2D306-77D5-4185-BEFF-DA2D5C935A5C}">
      <dgm:prSet/>
      <dgm:spPr/>
      <dgm:t>
        <a:bodyPr/>
        <a:lstStyle/>
        <a:p>
          <a:endParaRPr lang="en-IN"/>
        </a:p>
      </dgm:t>
    </dgm:pt>
    <dgm:pt modelId="{E632DEFC-0E7B-4B1F-A398-4BA8A8ECB9B1}" type="sibTrans" cxnId="{35D2D306-77D5-4185-BEFF-DA2D5C935A5C}">
      <dgm:prSet/>
      <dgm:spPr/>
      <dgm:t>
        <a:bodyPr/>
        <a:lstStyle/>
        <a:p>
          <a:endParaRPr lang="en-IN"/>
        </a:p>
      </dgm:t>
    </dgm:pt>
    <dgm:pt modelId="{641A7CE8-FDD3-4959-B491-15366316081F}">
      <dgm:prSet/>
      <dgm:spPr/>
      <dgm:t>
        <a:bodyPr/>
        <a:lstStyle/>
        <a:p>
          <a:r>
            <a:rPr lang="en-US" b="1" i="0" dirty="0"/>
            <a:t>Job level &amp; experience:</a:t>
          </a:r>
          <a:r>
            <a:rPr lang="en-US" b="0" i="0" dirty="0"/>
            <a:t> these decide pay, not location</a:t>
          </a:r>
          <a:endParaRPr lang="en-IN" dirty="0"/>
        </a:p>
      </dgm:t>
    </dgm:pt>
    <dgm:pt modelId="{98406A84-C136-4A48-AE2E-5E5606D0ACAE}" type="parTrans" cxnId="{6AB1638F-2CB5-420E-A8F5-B48D6DE73191}">
      <dgm:prSet/>
      <dgm:spPr/>
      <dgm:t>
        <a:bodyPr/>
        <a:lstStyle/>
        <a:p>
          <a:endParaRPr lang="en-IN"/>
        </a:p>
      </dgm:t>
    </dgm:pt>
    <dgm:pt modelId="{B8612A3C-45B0-4671-88CB-873D55941495}" type="sibTrans" cxnId="{6AB1638F-2CB5-420E-A8F5-B48D6DE73191}">
      <dgm:prSet/>
      <dgm:spPr/>
      <dgm:t>
        <a:bodyPr/>
        <a:lstStyle/>
        <a:p>
          <a:endParaRPr lang="en-IN"/>
        </a:p>
      </dgm:t>
    </dgm:pt>
    <dgm:pt modelId="{760FA989-6ACD-4A55-B287-069F3D84D11A}">
      <dgm:prSet/>
      <dgm:spPr/>
      <dgm:t>
        <a:bodyPr/>
        <a:lstStyle/>
        <a:p>
          <a:r>
            <a:rPr lang="en-US" b="1" i="0"/>
            <a:t>Global competition:</a:t>
          </a:r>
          <a:r>
            <a:rPr lang="en-US" b="0" i="0"/>
            <a:t> firms match market rates worldwide</a:t>
          </a:r>
          <a:endParaRPr lang="en-IN"/>
        </a:p>
      </dgm:t>
    </dgm:pt>
    <dgm:pt modelId="{65306715-A90A-41F6-ACB8-EFB2B09C1D4F}" type="parTrans" cxnId="{19B0E640-8D6C-46C6-81C0-AE635ED51EE0}">
      <dgm:prSet/>
      <dgm:spPr/>
      <dgm:t>
        <a:bodyPr/>
        <a:lstStyle/>
        <a:p>
          <a:endParaRPr lang="en-IN"/>
        </a:p>
      </dgm:t>
    </dgm:pt>
    <dgm:pt modelId="{B6B741C5-DB26-483F-8D6B-31CE2BE2FE91}" type="sibTrans" cxnId="{19B0E640-8D6C-46C6-81C0-AE635ED51EE0}">
      <dgm:prSet/>
      <dgm:spPr/>
      <dgm:t>
        <a:bodyPr/>
        <a:lstStyle/>
        <a:p>
          <a:endParaRPr lang="en-IN"/>
        </a:p>
      </dgm:t>
    </dgm:pt>
    <dgm:pt modelId="{D7EC32FA-99C7-4C6B-8B17-3D36D1E07D38}" type="pres">
      <dgm:prSet presAssocID="{71A4E8FC-EBDC-4D3D-A484-02002181FD70}" presName="linear" presStyleCnt="0">
        <dgm:presLayoutVars>
          <dgm:dir/>
          <dgm:animLvl val="lvl"/>
          <dgm:resizeHandles val="exact"/>
        </dgm:presLayoutVars>
      </dgm:prSet>
      <dgm:spPr/>
    </dgm:pt>
    <dgm:pt modelId="{0BDB05CC-CD47-45D2-A64C-D2507ACDF069}" type="pres">
      <dgm:prSet presAssocID="{6E701DDF-0741-493A-AAC0-DBDC055DC905}" presName="parentLin" presStyleCnt="0"/>
      <dgm:spPr/>
    </dgm:pt>
    <dgm:pt modelId="{988353DC-B70D-404F-B0B2-C57A512C8A3A}" type="pres">
      <dgm:prSet presAssocID="{6E701DDF-0741-493A-AAC0-DBDC055DC905}" presName="parentLeftMargin" presStyleLbl="node1" presStyleIdx="0" presStyleCnt="1"/>
      <dgm:spPr/>
    </dgm:pt>
    <dgm:pt modelId="{0610C46C-8CAC-4594-A0DF-6DEC8758F0D9}" type="pres">
      <dgm:prSet presAssocID="{6E701DDF-0741-493A-AAC0-DBDC055DC9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46213A3-9E9A-4D00-8ACA-27D41184D60C}" type="pres">
      <dgm:prSet presAssocID="{6E701DDF-0741-493A-AAC0-DBDC055DC905}" presName="negativeSpace" presStyleCnt="0"/>
      <dgm:spPr/>
    </dgm:pt>
    <dgm:pt modelId="{A3ED90A8-5F19-40B8-838E-D207F2B4F3CF}" type="pres">
      <dgm:prSet presAssocID="{6E701DDF-0741-493A-AAC0-DBDC055DC90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5D2D306-77D5-4185-BEFF-DA2D5C935A5C}" srcId="{6E701DDF-0741-493A-AAC0-DBDC055DC905}" destId="{C97A1CC9-2DAE-422E-9833-A2064505CF4B}" srcOrd="1" destOrd="0" parTransId="{EA7CD456-2F89-4E67-9109-909F35726D63}" sibTransId="{E632DEFC-0E7B-4B1F-A398-4BA8A8ECB9B1}"/>
    <dgm:cxn modelId="{BA4D791A-05FA-4687-B4BD-1AF29C5C35CB}" type="presOf" srcId="{A89A3599-B40E-4CE0-B5AD-C9B4E90AD4C3}" destId="{A3ED90A8-5F19-40B8-838E-D207F2B4F3CF}" srcOrd="0" destOrd="0" presId="urn:microsoft.com/office/officeart/2005/8/layout/list1"/>
    <dgm:cxn modelId="{9412A526-4CFB-483D-ADA5-A73F47DCFE81}" srcId="{71A4E8FC-EBDC-4D3D-A484-02002181FD70}" destId="{6E701DDF-0741-493A-AAC0-DBDC055DC905}" srcOrd="0" destOrd="0" parTransId="{43779665-5949-4708-A5CE-4A395FC83C91}" sibTransId="{797F3AB5-F044-43C5-8EFD-E90B9AD69959}"/>
    <dgm:cxn modelId="{19B0E640-8D6C-46C6-81C0-AE635ED51EE0}" srcId="{6E701DDF-0741-493A-AAC0-DBDC055DC905}" destId="{760FA989-6ACD-4A55-B287-069F3D84D11A}" srcOrd="3" destOrd="0" parTransId="{65306715-A90A-41F6-ACB8-EFB2B09C1D4F}" sibTransId="{B6B741C5-DB26-483F-8D6B-31CE2BE2FE91}"/>
    <dgm:cxn modelId="{35936B41-3423-4CD3-B34C-63771314A2CD}" type="presOf" srcId="{641A7CE8-FDD3-4959-B491-15366316081F}" destId="{A3ED90A8-5F19-40B8-838E-D207F2B4F3CF}" srcOrd="0" destOrd="2" presId="urn:microsoft.com/office/officeart/2005/8/layout/list1"/>
    <dgm:cxn modelId="{3EE5B751-F289-4463-8A1C-42499522DC02}" type="presOf" srcId="{760FA989-6ACD-4A55-B287-069F3D84D11A}" destId="{A3ED90A8-5F19-40B8-838E-D207F2B4F3CF}" srcOrd="0" destOrd="3" presId="urn:microsoft.com/office/officeart/2005/8/layout/list1"/>
    <dgm:cxn modelId="{FBFEF471-C7EE-4A5F-BC1B-4B4DB2B6F0F6}" type="presOf" srcId="{71A4E8FC-EBDC-4D3D-A484-02002181FD70}" destId="{D7EC32FA-99C7-4C6B-8B17-3D36D1E07D38}" srcOrd="0" destOrd="0" presId="urn:microsoft.com/office/officeart/2005/8/layout/list1"/>
    <dgm:cxn modelId="{0401EF78-861A-4CB4-908B-F4BEE57755C1}" type="presOf" srcId="{6E701DDF-0741-493A-AAC0-DBDC055DC905}" destId="{0610C46C-8CAC-4594-A0DF-6DEC8758F0D9}" srcOrd="1" destOrd="0" presId="urn:microsoft.com/office/officeart/2005/8/layout/list1"/>
    <dgm:cxn modelId="{59479C59-5125-4213-B02D-4091DEEC8D02}" type="presOf" srcId="{C97A1CC9-2DAE-422E-9833-A2064505CF4B}" destId="{A3ED90A8-5F19-40B8-838E-D207F2B4F3CF}" srcOrd="0" destOrd="1" presId="urn:microsoft.com/office/officeart/2005/8/layout/list1"/>
    <dgm:cxn modelId="{6AB1638F-2CB5-420E-A8F5-B48D6DE73191}" srcId="{6E701DDF-0741-493A-AAC0-DBDC055DC905}" destId="{641A7CE8-FDD3-4959-B491-15366316081F}" srcOrd="2" destOrd="0" parTransId="{98406A84-C136-4A48-AE2E-5E5606D0ACAE}" sibTransId="{B8612A3C-45B0-4671-88CB-873D55941495}"/>
    <dgm:cxn modelId="{908D089E-C7E9-4834-8D6B-6B136D960C21}" type="presOf" srcId="{6E701DDF-0741-493A-AAC0-DBDC055DC905}" destId="{988353DC-B70D-404F-B0B2-C57A512C8A3A}" srcOrd="0" destOrd="0" presId="urn:microsoft.com/office/officeart/2005/8/layout/list1"/>
    <dgm:cxn modelId="{F99C4DF0-1FD9-46C3-9308-CF4CAB838C60}" srcId="{6E701DDF-0741-493A-AAC0-DBDC055DC905}" destId="{A89A3599-B40E-4CE0-B5AD-C9B4E90AD4C3}" srcOrd="0" destOrd="0" parTransId="{793FF6C5-C342-47B4-8436-78121CB30494}" sibTransId="{7CD5421F-8E1E-45E0-8B92-9B07DDE08A6A}"/>
    <dgm:cxn modelId="{F3128D33-FB3C-4697-AF5E-828861546009}" type="presParOf" srcId="{D7EC32FA-99C7-4C6B-8B17-3D36D1E07D38}" destId="{0BDB05CC-CD47-45D2-A64C-D2507ACDF069}" srcOrd="0" destOrd="0" presId="urn:microsoft.com/office/officeart/2005/8/layout/list1"/>
    <dgm:cxn modelId="{8EAE0A61-0EBA-4B80-88FB-AAE25E826113}" type="presParOf" srcId="{0BDB05CC-CD47-45D2-A64C-D2507ACDF069}" destId="{988353DC-B70D-404F-B0B2-C57A512C8A3A}" srcOrd="0" destOrd="0" presId="urn:microsoft.com/office/officeart/2005/8/layout/list1"/>
    <dgm:cxn modelId="{27516FE2-FBAD-4094-8B13-0C5088E6A4B3}" type="presParOf" srcId="{0BDB05CC-CD47-45D2-A64C-D2507ACDF069}" destId="{0610C46C-8CAC-4594-A0DF-6DEC8758F0D9}" srcOrd="1" destOrd="0" presId="urn:microsoft.com/office/officeart/2005/8/layout/list1"/>
    <dgm:cxn modelId="{82D16AE1-C78F-4217-BE3C-FE1CC155769A}" type="presParOf" srcId="{D7EC32FA-99C7-4C6B-8B17-3D36D1E07D38}" destId="{846213A3-9E9A-4D00-8ACA-27D41184D60C}" srcOrd="1" destOrd="0" presId="urn:microsoft.com/office/officeart/2005/8/layout/list1"/>
    <dgm:cxn modelId="{0DC150EB-A7F8-46C5-9F23-CADB8FE19652}" type="presParOf" srcId="{D7EC32FA-99C7-4C6B-8B17-3D36D1E07D38}" destId="{A3ED90A8-5F19-40B8-838E-D207F2B4F3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0A3EC3F-5998-4DBB-B196-F787607F2A65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31BBEBC7-E3AB-42DF-8207-8B24A25B8F8B}">
      <dgm:prSet/>
      <dgm:spPr/>
      <dgm:t>
        <a:bodyPr/>
        <a:lstStyle/>
        <a:p>
          <a:r>
            <a:rPr lang="en-US" b="0" i="0" dirty="0"/>
            <a:t>Regression Model for Salary Prediction</a:t>
          </a:r>
          <a:endParaRPr lang="en-IN" dirty="0"/>
        </a:p>
      </dgm:t>
    </dgm:pt>
    <dgm:pt modelId="{C4447263-6B53-4CA0-BB2C-1D66030433DF}" type="parTrans" cxnId="{DD43C624-3921-47ED-A63D-3243C33173C6}">
      <dgm:prSet/>
      <dgm:spPr/>
      <dgm:t>
        <a:bodyPr/>
        <a:lstStyle/>
        <a:p>
          <a:endParaRPr lang="en-IN"/>
        </a:p>
      </dgm:t>
    </dgm:pt>
    <dgm:pt modelId="{B4F9FEE7-CB26-4BF8-AB21-49AD1EA4ED78}" type="sibTrans" cxnId="{DD43C624-3921-47ED-A63D-3243C33173C6}">
      <dgm:prSet/>
      <dgm:spPr/>
      <dgm:t>
        <a:bodyPr/>
        <a:lstStyle/>
        <a:p>
          <a:endParaRPr lang="en-IN"/>
        </a:p>
      </dgm:t>
    </dgm:pt>
    <dgm:pt modelId="{C87256EB-7EAE-4C42-832F-8DDD4C75AE89}" type="pres">
      <dgm:prSet presAssocID="{70A3EC3F-5998-4DBB-B196-F787607F2A65}" presName="linear" presStyleCnt="0">
        <dgm:presLayoutVars>
          <dgm:animLvl val="lvl"/>
          <dgm:resizeHandles val="exact"/>
        </dgm:presLayoutVars>
      </dgm:prSet>
      <dgm:spPr/>
    </dgm:pt>
    <dgm:pt modelId="{B8456166-9041-4088-ADA4-C168A551F422}" type="pres">
      <dgm:prSet presAssocID="{31BBEBC7-E3AB-42DF-8207-8B24A25B8F8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D32D017-F406-46D0-81B2-8F9F378D0A9D}" type="presOf" srcId="{70A3EC3F-5998-4DBB-B196-F787607F2A65}" destId="{C87256EB-7EAE-4C42-832F-8DDD4C75AE89}" srcOrd="0" destOrd="0" presId="urn:microsoft.com/office/officeart/2005/8/layout/vList2"/>
    <dgm:cxn modelId="{DD43C624-3921-47ED-A63D-3243C33173C6}" srcId="{70A3EC3F-5998-4DBB-B196-F787607F2A65}" destId="{31BBEBC7-E3AB-42DF-8207-8B24A25B8F8B}" srcOrd="0" destOrd="0" parTransId="{C4447263-6B53-4CA0-BB2C-1D66030433DF}" sibTransId="{B4F9FEE7-CB26-4BF8-AB21-49AD1EA4ED78}"/>
    <dgm:cxn modelId="{E914A068-7E63-4A87-A5B2-6BDCFDE35482}" type="presOf" srcId="{31BBEBC7-E3AB-42DF-8207-8B24A25B8F8B}" destId="{B8456166-9041-4088-ADA4-C168A551F422}" srcOrd="0" destOrd="0" presId="urn:microsoft.com/office/officeart/2005/8/layout/vList2"/>
    <dgm:cxn modelId="{F55405EF-0FCF-45BA-B4E6-DF1F2ED99BA5}" type="presParOf" srcId="{C87256EB-7EAE-4C42-832F-8DDD4C75AE89}" destId="{B8456166-9041-4088-ADA4-C168A551F42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C246173-B7AE-4ADE-B647-AD7CD986A1A3}" type="doc">
      <dgm:prSet loTypeId="urn:microsoft.com/office/officeart/2005/8/layout/chevron2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B3261560-F870-4391-AA2A-C4603D95AFEE}">
      <dgm:prSet custT="1"/>
      <dgm:spPr/>
      <dgm:t>
        <a:bodyPr/>
        <a:lstStyle/>
        <a:p>
          <a:r>
            <a:rPr lang="en-US" sz="1600" b="0" i="0" dirty="0"/>
            <a:t>Model Evaluation:</a:t>
          </a:r>
          <a:endParaRPr lang="en-IN" sz="1600" dirty="0"/>
        </a:p>
      </dgm:t>
    </dgm:pt>
    <dgm:pt modelId="{E0EF4D3E-08C9-4D87-B798-F19A45C3B21B}" type="parTrans" cxnId="{8FFA6A34-47C2-4E82-8209-7CC095A95BEE}">
      <dgm:prSet/>
      <dgm:spPr/>
      <dgm:t>
        <a:bodyPr/>
        <a:lstStyle/>
        <a:p>
          <a:endParaRPr lang="en-IN"/>
        </a:p>
      </dgm:t>
    </dgm:pt>
    <dgm:pt modelId="{4488C850-7BEE-4AC1-8580-37FDD1BA47AA}" type="sibTrans" cxnId="{8FFA6A34-47C2-4E82-8209-7CC095A95BEE}">
      <dgm:prSet/>
      <dgm:spPr/>
      <dgm:t>
        <a:bodyPr/>
        <a:lstStyle/>
        <a:p>
          <a:endParaRPr lang="en-IN"/>
        </a:p>
      </dgm:t>
    </dgm:pt>
    <dgm:pt modelId="{B9C977BB-BF9C-4159-B9C2-B8385F1502EE}">
      <dgm:prSet/>
      <dgm:spPr/>
      <dgm:t>
        <a:bodyPr/>
        <a:lstStyle/>
        <a:p>
          <a:r>
            <a:rPr lang="en-US" b="0" i="0" dirty="0"/>
            <a:t>Applied the trained regression model to the test dataset</a:t>
          </a:r>
          <a:endParaRPr lang="en-IN" dirty="0"/>
        </a:p>
      </dgm:t>
    </dgm:pt>
    <dgm:pt modelId="{D15CEEFC-E587-49B2-AA49-FEB071F8A2EE}" type="parTrans" cxnId="{F78FCEB2-3336-4325-8233-DA73C4CA9507}">
      <dgm:prSet/>
      <dgm:spPr/>
      <dgm:t>
        <a:bodyPr/>
        <a:lstStyle/>
        <a:p>
          <a:endParaRPr lang="en-IN"/>
        </a:p>
      </dgm:t>
    </dgm:pt>
    <dgm:pt modelId="{B8085874-EE7F-43BA-8C7F-1F83C70F894F}" type="sibTrans" cxnId="{F78FCEB2-3336-4325-8233-DA73C4CA9507}">
      <dgm:prSet/>
      <dgm:spPr/>
      <dgm:t>
        <a:bodyPr/>
        <a:lstStyle/>
        <a:p>
          <a:endParaRPr lang="en-IN"/>
        </a:p>
      </dgm:t>
    </dgm:pt>
    <dgm:pt modelId="{E05FE868-D40E-44B6-BF5C-4815C5AF44F7}">
      <dgm:prSet/>
      <dgm:spPr/>
      <dgm:t>
        <a:bodyPr/>
        <a:lstStyle/>
        <a:p>
          <a:r>
            <a:rPr lang="en-US" b="0" i="0" dirty="0"/>
            <a:t>Calculated Root Mean Squared Error (RMSE) to measure prediction accuracy</a:t>
          </a:r>
          <a:endParaRPr lang="en-IN" dirty="0"/>
        </a:p>
      </dgm:t>
    </dgm:pt>
    <dgm:pt modelId="{84BF5341-96D7-4275-A69E-5CDCA0B1E167}" type="parTrans" cxnId="{615569F4-278B-4CAC-AAD2-BD76AF97E1D1}">
      <dgm:prSet/>
      <dgm:spPr/>
      <dgm:t>
        <a:bodyPr/>
        <a:lstStyle/>
        <a:p>
          <a:endParaRPr lang="en-IN"/>
        </a:p>
      </dgm:t>
    </dgm:pt>
    <dgm:pt modelId="{4C8D67C4-9DC7-46BE-9068-F9FAE2A6C81B}" type="sibTrans" cxnId="{615569F4-278B-4CAC-AAD2-BD76AF97E1D1}">
      <dgm:prSet/>
      <dgm:spPr/>
      <dgm:t>
        <a:bodyPr/>
        <a:lstStyle/>
        <a:p>
          <a:endParaRPr lang="en-IN"/>
        </a:p>
      </dgm:t>
    </dgm:pt>
    <dgm:pt modelId="{C72E778B-0F9E-4C34-8C6B-BBF080569FD7}">
      <dgm:prSet/>
      <dgm:spPr/>
      <dgm:t>
        <a:bodyPr/>
        <a:lstStyle/>
        <a:p>
          <a:r>
            <a:rPr lang="en-US" b="0" i="0" dirty="0"/>
            <a:t>RMSE indicates average deviation between predicted and actual salaries</a:t>
          </a:r>
          <a:br>
            <a:rPr lang="en-US" b="0" i="0" dirty="0"/>
          </a:br>
          <a:endParaRPr lang="en-IN" dirty="0"/>
        </a:p>
      </dgm:t>
    </dgm:pt>
    <dgm:pt modelId="{880B4D06-22F6-41C8-A67B-2F0ED0009BD3}" type="parTrans" cxnId="{38BF82C7-E904-4E11-8887-28CF0A29422A}">
      <dgm:prSet/>
      <dgm:spPr/>
      <dgm:t>
        <a:bodyPr/>
        <a:lstStyle/>
        <a:p>
          <a:endParaRPr lang="en-IN"/>
        </a:p>
      </dgm:t>
    </dgm:pt>
    <dgm:pt modelId="{8325CD96-0FAB-4B14-9209-640DB6503F23}" type="sibTrans" cxnId="{38BF82C7-E904-4E11-8887-28CF0A29422A}">
      <dgm:prSet/>
      <dgm:spPr/>
      <dgm:t>
        <a:bodyPr/>
        <a:lstStyle/>
        <a:p>
          <a:endParaRPr lang="en-IN"/>
        </a:p>
      </dgm:t>
    </dgm:pt>
    <dgm:pt modelId="{5AF5CDC2-96DB-4C14-ABCA-B5FD305EB0A9}" type="pres">
      <dgm:prSet presAssocID="{EC246173-B7AE-4ADE-B647-AD7CD986A1A3}" presName="linearFlow" presStyleCnt="0">
        <dgm:presLayoutVars>
          <dgm:dir/>
          <dgm:animLvl val="lvl"/>
          <dgm:resizeHandles val="exact"/>
        </dgm:presLayoutVars>
      </dgm:prSet>
      <dgm:spPr/>
    </dgm:pt>
    <dgm:pt modelId="{B52DBC32-2B1E-4D92-89FB-FC2DAD554C2A}" type="pres">
      <dgm:prSet presAssocID="{B3261560-F870-4391-AA2A-C4603D95AFEE}" presName="composite" presStyleCnt="0"/>
      <dgm:spPr/>
    </dgm:pt>
    <dgm:pt modelId="{1090C784-6F3E-4FA0-B0B4-5E6F9ED375C1}" type="pres">
      <dgm:prSet presAssocID="{B3261560-F870-4391-AA2A-C4603D95AFE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EA2DE3A6-57C2-448A-BAF2-6CFC9E49F39A}" type="pres">
      <dgm:prSet presAssocID="{B3261560-F870-4391-AA2A-C4603D95AFEE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27676221-72DE-45BE-B364-51FFFEDE5EEF}" type="presOf" srcId="{EC246173-B7AE-4ADE-B647-AD7CD986A1A3}" destId="{5AF5CDC2-96DB-4C14-ABCA-B5FD305EB0A9}" srcOrd="0" destOrd="0" presId="urn:microsoft.com/office/officeart/2005/8/layout/chevron2"/>
    <dgm:cxn modelId="{8FFA6A34-47C2-4E82-8209-7CC095A95BEE}" srcId="{EC246173-B7AE-4ADE-B647-AD7CD986A1A3}" destId="{B3261560-F870-4391-AA2A-C4603D95AFEE}" srcOrd="0" destOrd="0" parTransId="{E0EF4D3E-08C9-4D87-B798-F19A45C3B21B}" sibTransId="{4488C850-7BEE-4AC1-8580-37FDD1BA47AA}"/>
    <dgm:cxn modelId="{AE48FB69-F3AF-47C5-96AD-A06ED5BD29A1}" type="presOf" srcId="{B9C977BB-BF9C-4159-B9C2-B8385F1502EE}" destId="{EA2DE3A6-57C2-448A-BAF2-6CFC9E49F39A}" srcOrd="0" destOrd="0" presId="urn:microsoft.com/office/officeart/2005/8/layout/chevron2"/>
    <dgm:cxn modelId="{A5D7344C-C46A-4A05-BD5A-2DB337CBA736}" type="presOf" srcId="{E05FE868-D40E-44B6-BF5C-4815C5AF44F7}" destId="{EA2DE3A6-57C2-448A-BAF2-6CFC9E49F39A}" srcOrd="0" destOrd="1" presId="urn:microsoft.com/office/officeart/2005/8/layout/chevron2"/>
    <dgm:cxn modelId="{E44CE184-7F25-49CD-94F5-DA4F766C6AE2}" type="presOf" srcId="{B3261560-F870-4391-AA2A-C4603D95AFEE}" destId="{1090C784-6F3E-4FA0-B0B4-5E6F9ED375C1}" srcOrd="0" destOrd="0" presId="urn:microsoft.com/office/officeart/2005/8/layout/chevron2"/>
    <dgm:cxn modelId="{F78FCEB2-3336-4325-8233-DA73C4CA9507}" srcId="{B3261560-F870-4391-AA2A-C4603D95AFEE}" destId="{B9C977BB-BF9C-4159-B9C2-B8385F1502EE}" srcOrd="0" destOrd="0" parTransId="{D15CEEFC-E587-49B2-AA49-FEB071F8A2EE}" sibTransId="{B8085874-EE7F-43BA-8C7F-1F83C70F894F}"/>
    <dgm:cxn modelId="{752317C1-6E2F-4E55-9BA3-90FE3818D6A2}" type="presOf" srcId="{C72E778B-0F9E-4C34-8C6B-BBF080569FD7}" destId="{EA2DE3A6-57C2-448A-BAF2-6CFC9E49F39A}" srcOrd="0" destOrd="2" presId="urn:microsoft.com/office/officeart/2005/8/layout/chevron2"/>
    <dgm:cxn modelId="{38BF82C7-E904-4E11-8887-28CF0A29422A}" srcId="{B3261560-F870-4391-AA2A-C4603D95AFEE}" destId="{C72E778B-0F9E-4C34-8C6B-BBF080569FD7}" srcOrd="2" destOrd="0" parTransId="{880B4D06-22F6-41C8-A67B-2F0ED0009BD3}" sibTransId="{8325CD96-0FAB-4B14-9209-640DB6503F23}"/>
    <dgm:cxn modelId="{615569F4-278B-4CAC-AAD2-BD76AF97E1D1}" srcId="{B3261560-F870-4391-AA2A-C4603D95AFEE}" destId="{E05FE868-D40E-44B6-BF5C-4815C5AF44F7}" srcOrd="1" destOrd="0" parTransId="{84BF5341-96D7-4275-A69E-5CDCA0B1E167}" sibTransId="{4C8D67C4-9DC7-46BE-9068-F9FAE2A6C81B}"/>
    <dgm:cxn modelId="{C77F2639-3C51-4545-ACFA-7A65D11D088C}" type="presParOf" srcId="{5AF5CDC2-96DB-4C14-ABCA-B5FD305EB0A9}" destId="{B52DBC32-2B1E-4D92-89FB-FC2DAD554C2A}" srcOrd="0" destOrd="0" presId="urn:microsoft.com/office/officeart/2005/8/layout/chevron2"/>
    <dgm:cxn modelId="{CB2F255F-07F3-40A1-AC00-A7C88A00D70E}" type="presParOf" srcId="{B52DBC32-2B1E-4D92-89FB-FC2DAD554C2A}" destId="{1090C784-6F3E-4FA0-B0B4-5E6F9ED375C1}" srcOrd="0" destOrd="0" presId="urn:microsoft.com/office/officeart/2005/8/layout/chevron2"/>
    <dgm:cxn modelId="{B15A9772-204B-4A34-8A2D-BF253E00EFDB}" type="presParOf" srcId="{B52DBC32-2B1E-4D92-89FB-FC2DAD554C2A}" destId="{EA2DE3A6-57C2-448A-BAF2-6CFC9E49F39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A75E4B1-7077-47CB-A0CC-3BE925AEE81B}" type="doc">
      <dgm:prSet loTypeId="urn:microsoft.com/office/officeart/2005/8/layout/chevron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6EF69160-6080-4A07-A780-E6B610F1A5F6}">
      <dgm:prSet custT="1"/>
      <dgm:spPr/>
      <dgm:t>
        <a:bodyPr/>
        <a:lstStyle/>
        <a:p>
          <a:r>
            <a:rPr lang="en-US" sz="1600" b="0" i="0" dirty="0"/>
            <a:t>Model Diagnostics</a:t>
          </a:r>
          <a:br>
            <a:rPr lang="en-US" sz="1600" b="0" i="0" dirty="0"/>
          </a:br>
          <a:endParaRPr lang="en-IN" sz="1600" dirty="0"/>
        </a:p>
      </dgm:t>
    </dgm:pt>
    <dgm:pt modelId="{77F8ED9B-AE5C-4417-B562-82960F4F7E95}" type="parTrans" cxnId="{8243778E-02DC-4787-9762-6370C7A4B881}">
      <dgm:prSet/>
      <dgm:spPr/>
      <dgm:t>
        <a:bodyPr/>
        <a:lstStyle/>
        <a:p>
          <a:endParaRPr lang="en-IN"/>
        </a:p>
      </dgm:t>
    </dgm:pt>
    <dgm:pt modelId="{B8273AB8-98CC-4C0B-A7EC-A9B91110D48C}" type="sibTrans" cxnId="{8243778E-02DC-4787-9762-6370C7A4B881}">
      <dgm:prSet/>
      <dgm:spPr/>
      <dgm:t>
        <a:bodyPr/>
        <a:lstStyle/>
        <a:p>
          <a:endParaRPr lang="en-IN"/>
        </a:p>
      </dgm:t>
    </dgm:pt>
    <dgm:pt modelId="{5A5CBECA-DAE6-4A27-9DDD-2546D88DA2A9}">
      <dgm:prSet/>
      <dgm:spPr/>
      <dgm:t>
        <a:bodyPr/>
        <a:lstStyle/>
        <a:p>
          <a:r>
            <a:rPr lang="en-US" b="0" i="0" dirty="0"/>
            <a:t>Residuals vs Fitted: checks for non-linearity</a:t>
          </a:r>
          <a:endParaRPr lang="en-IN" dirty="0"/>
        </a:p>
      </dgm:t>
    </dgm:pt>
    <dgm:pt modelId="{0FFEDFFB-1D5A-4B3C-A4B3-D9399BF76E29}" type="parTrans" cxnId="{3BE0D7BC-9F80-4FE9-966B-32D3AF2FDB26}">
      <dgm:prSet/>
      <dgm:spPr/>
      <dgm:t>
        <a:bodyPr/>
        <a:lstStyle/>
        <a:p>
          <a:endParaRPr lang="en-IN"/>
        </a:p>
      </dgm:t>
    </dgm:pt>
    <dgm:pt modelId="{C7156EC5-7D3E-4EBB-A5B8-CEAE7E20233C}" type="sibTrans" cxnId="{3BE0D7BC-9F80-4FE9-966B-32D3AF2FDB26}">
      <dgm:prSet/>
      <dgm:spPr/>
      <dgm:t>
        <a:bodyPr/>
        <a:lstStyle/>
        <a:p>
          <a:endParaRPr lang="en-IN"/>
        </a:p>
      </dgm:t>
    </dgm:pt>
    <dgm:pt modelId="{C07AF556-3065-4F3C-B796-2179A2011064}">
      <dgm:prSet/>
      <dgm:spPr/>
      <dgm:t>
        <a:bodyPr/>
        <a:lstStyle/>
        <a:p>
          <a:r>
            <a:rPr lang="en-US" b="0" i="0"/>
            <a:t>Normal Q-Q Plot: checks normality of residuals</a:t>
          </a:r>
          <a:endParaRPr lang="en-IN"/>
        </a:p>
      </dgm:t>
    </dgm:pt>
    <dgm:pt modelId="{3A0E3A47-9743-451F-9A9E-1EA10CB53425}" type="parTrans" cxnId="{3CCA38E2-F943-4DE2-8760-8CC87DB9A87F}">
      <dgm:prSet/>
      <dgm:spPr/>
      <dgm:t>
        <a:bodyPr/>
        <a:lstStyle/>
        <a:p>
          <a:endParaRPr lang="en-IN"/>
        </a:p>
      </dgm:t>
    </dgm:pt>
    <dgm:pt modelId="{E7F21DF2-B041-48F0-AE3B-14DA26A7C1D0}" type="sibTrans" cxnId="{3CCA38E2-F943-4DE2-8760-8CC87DB9A87F}">
      <dgm:prSet/>
      <dgm:spPr/>
      <dgm:t>
        <a:bodyPr/>
        <a:lstStyle/>
        <a:p>
          <a:endParaRPr lang="en-IN"/>
        </a:p>
      </dgm:t>
    </dgm:pt>
    <dgm:pt modelId="{68FF28F6-92EC-4C3E-BE7B-34710E10D8C2}">
      <dgm:prSet/>
      <dgm:spPr/>
      <dgm:t>
        <a:bodyPr/>
        <a:lstStyle/>
        <a:p>
          <a:r>
            <a:rPr lang="en-US" b="0" i="0" dirty="0"/>
            <a:t>Scale-Location Plot: checks homoscedasticity</a:t>
          </a:r>
          <a:endParaRPr lang="en-IN" dirty="0"/>
        </a:p>
      </dgm:t>
    </dgm:pt>
    <dgm:pt modelId="{8B516284-3079-4AF8-A3AF-AAA685384192}" type="parTrans" cxnId="{B5585E64-07D5-4B6B-AE55-98D4894EF614}">
      <dgm:prSet/>
      <dgm:spPr/>
      <dgm:t>
        <a:bodyPr/>
        <a:lstStyle/>
        <a:p>
          <a:endParaRPr lang="en-IN"/>
        </a:p>
      </dgm:t>
    </dgm:pt>
    <dgm:pt modelId="{602B0A84-820C-4722-8C50-02A66C5E57E7}" type="sibTrans" cxnId="{B5585E64-07D5-4B6B-AE55-98D4894EF614}">
      <dgm:prSet/>
      <dgm:spPr/>
      <dgm:t>
        <a:bodyPr/>
        <a:lstStyle/>
        <a:p>
          <a:endParaRPr lang="en-IN"/>
        </a:p>
      </dgm:t>
    </dgm:pt>
    <dgm:pt modelId="{2D893535-B0CA-4A77-B567-7D9CE9BD3756}">
      <dgm:prSet/>
      <dgm:spPr/>
      <dgm:t>
        <a:bodyPr/>
        <a:lstStyle/>
        <a:p>
          <a:r>
            <a:rPr lang="en-US" b="0" i="0" dirty="0"/>
            <a:t>Residuals vs Leverage: identifies influential data points</a:t>
          </a:r>
          <a:endParaRPr lang="en-IN" dirty="0"/>
        </a:p>
      </dgm:t>
    </dgm:pt>
    <dgm:pt modelId="{AF3AFCA2-5C96-4A97-A269-DE221A55932B}" type="parTrans" cxnId="{5E6E0328-E3FA-4CC1-B90C-F543D55C0F58}">
      <dgm:prSet/>
      <dgm:spPr/>
      <dgm:t>
        <a:bodyPr/>
        <a:lstStyle/>
        <a:p>
          <a:endParaRPr lang="en-IN"/>
        </a:p>
      </dgm:t>
    </dgm:pt>
    <dgm:pt modelId="{EF408E9B-0710-4415-8B64-1FA696B28576}" type="sibTrans" cxnId="{5E6E0328-E3FA-4CC1-B90C-F543D55C0F58}">
      <dgm:prSet/>
      <dgm:spPr/>
      <dgm:t>
        <a:bodyPr/>
        <a:lstStyle/>
        <a:p>
          <a:endParaRPr lang="en-IN"/>
        </a:p>
      </dgm:t>
    </dgm:pt>
    <dgm:pt modelId="{54290624-4741-4C8E-93E5-F2FE49CEDB0A}" type="pres">
      <dgm:prSet presAssocID="{FA75E4B1-7077-47CB-A0CC-3BE925AEE81B}" presName="linearFlow" presStyleCnt="0">
        <dgm:presLayoutVars>
          <dgm:dir/>
          <dgm:animLvl val="lvl"/>
          <dgm:resizeHandles val="exact"/>
        </dgm:presLayoutVars>
      </dgm:prSet>
      <dgm:spPr/>
    </dgm:pt>
    <dgm:pt modelId="{63EABEF9-DF16-440A-A674-916B5F8929DE}" type="pres">
      <dgm:prSet presAssocID="{6EF69160-6080-4A07-A780-E6B610F1A5F6}" presName="composite" presStyleCnt="0"/>
      <dgm:spPr/>
    </dgm:pt>
    <dgm:pt modelId="{BF57F87C-9D5E-400E-A7F9-0063206F47B8}" type="pres">
      <dgm:prSet presAssocID="{6EF69160-6080-4A07-A780-E6B610F1A5F6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BFDB37A4-781C-4C95-8B5D-F93257549905}" type="pres">
      <dgm:prSet presAssocID="{6EF69160-6080-4A07-A780-E6B610F1A5F6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5E6E0328-E3FA-4CC1-B90C-F543D55C0F58}" srcId="{6EF69160-6080-4A07-A780-E6B610F1A5F6}" destId="{2D893535-B0CA-4A77-B567-7D9CE9BD3756}" srcOrd="3" destOrd="0" parTransId="{AF3AFCA2-5C96-4A97-A269-DE221A55932B}" sibTransId="{EF408E9B-0710-4415-8B64-1FA696B28576}"/>
    <dgm:cxn modelId="{F6882B2A-0867-42ED-8665-7223104CBFA3}" type="presOf" srcId="{6EF69160-6080-4A07-A780-E6B610F1A5F6}" destId="{BF57F87C-9D5E-400E-A7F9-0063206F47B8}" srcOrd="0" destOrd="0" presId="urn:microsoft.com/office/officeart/2005/8/layout/chevron2"/>
    <dgm:cxn modelId="{B5585E64-07D5-4B6B-AE55-98D4894EF614}" srcId="{6EF69160-6080-4A07-A780-E6B610F1A5F6}" destId="{68FF28F6-92EC-4C3E-BE7B-34710E10D8C2}" srcOrd="2" destOrd="0" parTransId="{8B516284-3079-4AF8-A3AF-AAA685384192}" sibTransId="{602B0A84-820C-4722-8C50-02A66C5E57E7}"/>
    <dgm:cxn modelId="{21D26248-1B3E-491D-830A-B2E6A0600C2D}" type="presOf" srcId="{2D893535-B0CA-4A77-B567-7D9CE9BD3756}" destId="{BFDB37A4-781C-4C95-8B5D-F93257549905}" srcOrd="0" destOrd="3" presId="urn:microsoft.com/office/officeart/2005/8/layout/chevron2"/>
    <dgm:cxn modelId="{B445E448-07C7-4A55-B883-810485D169D3}" type="presOf" srcId="{68FF28F6-92EC-4C3E-BE7B-34710E10D8C2}" destId="{BFDB37A4-781C-4C95-8B5D-F93257549905}" srcOrd="0" destOrd="2" presId="urn:microsoft.com/office/officeart/2005/8/layout/chevron2"/>
    <dgm:cxn modelId="{8243778E-02DC-4787-9762-6370C7A4B881}" srcId="{FA75E4B1-7077-47CB-A0CC-3BE925AEE81B}" destId="{6EF69160-6080-4A07-A780-E6B610F1A5F6}" srcOrd="0" destOrd="0" parTransId="{77F8ED9B-AE5C-4417-B562-82960F4F7E95}" sibTransId="{B8273AB8-98CC-4C0B-A7EC-A9B91110D48C}"/>
    <dgm:cxn modelId="{3BE0D7BC-9F80-4FE9-966B-32D3AF2FDB26}" srcId="{6EF69160-6080-4A07-A780-E6B610F1A5F6}" destId="{5A5CBECA-DAE6-4A27-9DDD-2546D88DA2A9}" srcOrd="0" destOrd="0" parTransId="{0FFEDFFB-1D5A-4B3C-A4B3-D9399BF76E29}" sibTransId="{C7156EC5-7D3E-4EBB-A5B8-CEAE7E20233C}"/>
    <dgm:cxn modelId="{3CCA38E2-F943-4DE2-8760-8CC87DB9A87F}" srcId="{6EF69160-6080-4A07-A780-E6B610F1A5F6}" destId="{C07AF556-3065-4F3C-B796-2179A2011064}" srcOrd="1" destOrd="0" parTransId="{3A0E3A47-9743-451F-9A9E-1EA10CB53425}" sibTransId="{E7F21DF2-B041-48F0-AE3B-14DA26A7C1D0}"/>
    <dgm:cxn modelId="{16EBFAE5-7BF1-40DD-B1B5-31D4F5F90D76}" type="presOf" srcId="{C07AF556-3065-4F3C-B796-2179A2011064}" destId="{BFDB37A4-781C-4C95-8B5D-F93257549905}" srcOrd="0" destOrd="1" presId="urn:microsoft.com/office/officeart/2005/8/layout/chevron2"/>
    <dgm:cxn modelId="{44D9F0F3-316A-4B34-AE88-84925F48BC5C}" type="presOf" srcId="{FA75E4B1-7077-47CB-A0CC-3BE925AEE81B}" destId="{54290624-4741-4C8E-93E5-F2FE49CEDB0A}" srcOrd="0" destOrd="0" presId="urn:microsoft.com/office/officeart/2005/8/layout/chevron2"/>
    <dgm:cxn modelId="{9D1B44FE-1857-4CE1-A9A1-C8F45DF7C9B5}" type="presOf" srcId="{5A5CBECA-DAE6-4A27-9DDD-2546D88DA2A9}" destId="{BFDB37A4-781C-4C95-8B5D-F93257549905}" srcOrd="0" destOrd="0" presId="urn:microsoft.com/office/officeart/2005/8/layout/chevron2"/>
    <dgm:cxn modelId="{7B99D72E-6098-450F-8E0C-E358E5491E50}" type="presParOf" srcId="{54290624-4741-4C8E-93E5-F2FE49CEDB0A}" destId="{63EABEF9-DF16-440A-A674-916B5F8929DE}" srcOrd="0" destOrd="0" presId="urn:microsoft.com/office/officeart/2005/8/layout/chevron2"/>
    <dgm:cxn modelId="{1422738E-EDCD-4E36-8D3C-D4FB66D34ECA}" type="presParOf" srcId="{63EABEF9-DF16-440A-A674-916B5F8929DE}" destId="{BF57F87C-9D5E-400E-A7F9-0063206F47B8}" srcOrd="0" destOrd="0" presId="urn:microsoft.com/office/officeart/2005/8/layout/chevron2"/>
    <dgm:cxn modelId="{3295C0DB-DECA-4F35-BAAC-0825B47925DA}" type="presParOf" srcId="{63EABEF9-DF16-440A-A674-916B5F8929DE}" destId="{BFDB37A4-781C-4C95-8B5D-F9325754990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25B9165-6C93-4DD8-B4ED-FB814E7D63E1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8258E7A3-2686-4D45-998E-C7B7B3D36248}">
      <dgm:prSet/>
      <dgm:spPr/>
      <dgm:t>
        <a:bodyPr/>
        <a:lstStyle/>
        <a:p>
          <a:r>
            <a:rPr lang="en-US" b="0" i="0"/>
            <a:t>Diagnostic models</a:t>
          </a:r>
          <a:endParaRPr lang="en-IN"/>
        </a:p>
      </dgm:t>
    </dgm:pt>
    <dgm:pt modelId="{69DEB0A9-E880-4152-A55B-25ADADC0A0A6}" type="parTrans" cxnId="{98642595-2535-497A-AE63-96CF6B3AAADC}">
      <dgm:prSet/>
      <dgm:spPr/>
      <dgm:t>
        <a:bodyPr/>
        <a:lstStyle/>
        <a:p>
          <a:endParaRPr lang="en-IN"/>
        </a:p>
      </dgm:t>
    </dgm:pt>
    <dgm:pt modelId="{21A3CC11-11C4-4EBB-9E5D-DC771D1A623E}" type="sibTrans" cxnId="{98642595-2535-497A-AE63-96CF6B3AAADC}">
      <dgm:prSet/>
      <dgm:spPr/>
      <dgm:t>
        <a:bodyPr/>
        <a:lstStyle/>
        <a:p>
          <a:endParaRPr lang="en-IN"/>
        </a:p>
      </dgm:t>
    </dgm:pt>
    <dgm:pt modelId="{AE1226D7-4729-4445-B7F5-761452EB5ED3}" type="pres">
      <dgm:prSet presAssocID="{225B9165-6C93-4DD8-B4ED-FB814E7D63E1}" presName="linear" presStyleCnt="0">
        <dgm:presLayoutVars>
          <dgm:animLvl val="lvl"/>
          <dgm:resizeHandles val="exact"/>
        </dgm:presLayoutVars>
      </dgm:prSet>
      <dgm:spPr/>
    </dgm:pt>
    <dgm:pt modelId="{AFC8EF5A-9477-4B41-B1CA-806FEDBDC4BF}" type="pres">
      <dgm:prSet presAssocID="{8258E7A3-2686-4D45-998E-C7B7B3D3624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9674019-4AC9-4AF8-BC86-AD63C4599943}" type="presOf" srcId="{8258E7A3-2686-4D45-998E-C7B7B3D36248}" destId="{AFC8EF5A-9477-4B41-B1CA-806FEDBDC4BF}" srcOrd="0" destOrd="0" presId="urn:microsoft.com/office/officeart/2005/8/layout/vList2"/>
    <dgm:cxn modelId="{020C1F91-C8F4-4AF3-99B0-7B3D4C783268}" type="presOf" srcId="{225B9165-6C93-4DD8-B4ED-FB814E7D63E1}" destId="{AE1226D7-4729-4445-B7F5-761452EB5ED3}" srcOrd="0" destOrd="0" presId="urn:microsoft.com/office/officeart/2005/8/layout/vList2"/>
    <dgm:cxn modelId="{98642595-2535-497A-AE63-96CF6B3AAADC}" srcId="{225B9165-6C93-4DD8-B4ED-FB814E7D63E1}" destId="{8258E7A3-2686-4D45-998E-C7B7B3D36248}" srcOrd="0" destOrd="0" parTransId="{69DEB0A9-E880-4152-A55B-25ADADC0A0A6}" sibTransId="{21A3CC11-11C4-4EBB-9E5D-DC771D1A623E}"/>
    <dgm:cxn modelId="{B0BE4F59-03DE-4483-AED0-0999908E9807}" type="presParOf" srcId="{AE1226D7-4729-4445-B7F5-761452EB5ED3}" destId="{AFC8EF5A-9477-4B41-B1CA-806FEDBDC4B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01922E7-F452-45C3-9E10-B8FAA1131BE0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BACC98F5-A692-4706-8240-49155C02B1B9}">
      <dgm:prSet/>
      <dgm:spPr/>
      <dgm:t>
        <a:bodyPr/>
        <a:lstStyle/>
        <a:p>
          <a:r>
            <a:rPr lang="en-US" b="0" i="0"/>
            <a:t>Interactive Salary Prediction Tool</a:t>
          </a:r>
          <a:endParaRPr lang="en-IN"/>
        </a:p>
      </dgm:t>
    </dgm:pt>
    <dgm:pt modelId="{6823441A-7244-4DEF-AFAA-320CAFB6C2A6}" type="parTrans" cxnId="{297C280D-516E-4DB1-BBC9-3BE159C8D616}">
      <dgm:prSet/>
      <dgm:spPr/>
      <dgm:t>
        <a:bodyPr/>
        <a:lstStyle/>
        <a:p>
          <a:endParaRPr lang="en-IN"/>
        </a:p>
      </dgm:t>
    </dgm:pt>
    <dgm:pt modelId="{9AC7B199-6BC9-4C20-A7A3-F69FDDEC11EF}" type="sibTrans" cxnId="{297C280D-516E-4DB1-BBC9-3BE159C8D616}">
      <dgm:prSet/>
      <dgm:spPr/>
      <dgm:t>
        <a:bodyPr/>
        <a:lstStyle/>
        <a:p>
          <a:endParaRPr lang="en-IN"/>
        </a:p>
      </dgm:t>
    </dgm:pt>
    <dgm:pt modelId="{1735269A-D5EF-4F7A-9546-27B6C8E76B3F}" type="pres">
      <dgm:prSet presAssocID="{D01922E7-F452-45C3-9E10-B8FAA1131BE0}" presName="linear" presStyleCnt="0">
        <dgm:presLayoutVars>
          <dgm:animLvl val="lvl"/>
          <dgm:resizeHandles val="exact"/>
        </dgm:presLayoutVars>
      </dgm:prSet>
      <dgm:spPr/>
    </dgm:pt>
    <dgm:pt modelId="{273FE60E-77B6-4AB1-9D0F-0E303E00EE62}" type="pres">
      <dgm:prSet presAssocID="{BACC98F5-A692-4706-8240-49155C02B1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97C280D-516E-4DB1-BBC9-3BE159C8D616}" srcId="{D01922E7-F452-45C3-9E10-B8FAA1131BE0}" destId="{BACC98F5-A692-4706-8240-49155C02B1B9}" srcOrd="0" destOrd="0" parTransId="{6823441A-7244-4DEF-AFAA-320CAFB6C2A6}" sibTransId="{9AC7B199-6BC9-4C20-A7A3-F69FDDEC11EF}"/>
    <dgm:cxn modelId="{6640EBC5-7965-4D9C-A4B9-5A7F345AACDD}" type="presOf" srcId="{D01922E7-F452-45C3-9E10-B8FAA1131BE0}" destId="{1735269A-D5EF-4F7A-9546-27B6C8E76B3F}" srcOrd="0" destOrd="0" presId="urn:microsoft.com/office/officeart/2005/8/layout/vList2"/>
    <dgm:cxn modelId="{400C57FA-7FE2-4F20-9066-32311F1B73D0}" type="presOf" srcId="{BACC98F5-A692-4706-8240-49155C02B1B9}" destId="{273FE60E-77B6-4AB1-9D0F-0E303E00EE62}" srcOrd="0" destOrd="0" presId="urn:microsoft.com/office/officeart/2005/8/layout/vList2"/>
    <dgm:cxn modelId="{9DAE2D40-21D5-4BB8-AD21-C1339FCF4804}" type="presParOf" srcId="{1735269A-D5EF-4F7A-9546-27B6C8E76B3F}" destId="{273FE60E-77B6-4AB1-9D0F-0E303E00EE6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D1F58A2-3179-47FC-97FA-5233E2563203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368C775D-0507-4544-8BF9-4A2F770B6DFE}">
      <dgm:prSet/>
      <dgm:spPr/>
      <dgm:t>
        <a:bodyPr/>
        <a:lstStyle/>
        <a:p>
          <a:r>
            <a:rPr lang="en-US" b="0" i="0"/>
            <a:t>A custom R function was developed to allow interactive salary predictions based on user input.</a:t>
          </a:r>
          <a:endParaRPr lang="en-IN"/>
        </a:p>
      </dgm:t>
    </dgm:pt>
    <dgm:pt modelId="{13526C08-E738-4828-874E-358AC74805AF}" type="parTrans" cxnId="{D6AA1B51-641E-455D-BAD0-C90645E744C1}">
      <dgm:prSet/>
      <dgm:spPr/>
      <dgm:t>
        <a:bodyPr/>
        <a:lstStyle/>
        <a:p>
          <a:endParaRPr lang="en-IN"/>
        </a:p>
      </dgm:t>
    </dgm:pt>
    <dgm:pt modelId="{A098D969-0B76-4B1D-8C79-91F61D69B7F6}" type="sibTrans" cxnId="{D6AA1B51-641E-455D-BAD0-C90645E744C1}">
      <dgm:prSet/>
      <dgm:spPr/>
      <dgm:t>
        <a:bodyPr/>
        <a:lstStyle/>
        <a:p>
          <a:endParaRPr lang="en-IN"/>
        </a:p>
      </dgm:t>
    </dgm:pt>
    <dgm:pt modelId="{846E2210-46C4-4D86-AF0D-28274032A87C}">
      <dgm:prSet/>
      <dgm:spPr/>
      <dgm:t>
        <a:bodyPr/>
        <a:lstStyle/>
        <a:p>
          <a:r>
            <a:rPr lang="en-US" b="0" i="0" dirty="0"/>
            <a:t>Prompts the user to enter Job Title, Experience Level and Company Size.</a:t>
          </a:r>
          <a:endParaRPr lang="en-IN" dirty="0"/>
        </a:p>
      </dgm:t>
    </dgm:pt>
    <dgm:pt modelId="{38D13399-2C44-444C-BFDE-69F5134B6230}" type="parTrans" cxnId="{FD658A73-441F-4F82-8A91-91E588B6488D}">
      <dgm:prSet/>
      <dgm:spPr/>
      <dgm:t>
        <a:bodyPr/>
        <a:lstStyle/>
        <a:p>
          <a:endParaRPr lang="en-IN"/>
        </a:p>
      </dgm:t>
    </dgm:pt>
    <dgm:pt modelId="{52232C19-3E03-4475-8370-7DC7A6F615CA}" type="sibTrans" cxnId="{FD658A73-441F-4F82-8A91-91E588B6488D}">
      <dgm:prSet/>
      <dgm:spPr/>
      <dgm:t>
        <a:bodyPr/>
        <a:lstStyle/>
        <a:p>
          <a:endParaRPr lang="en-IN"/>
        </a:p>
      </dgm:t>
    </dgm:pt>
    <dgm:pt modelId="{2E2BF602-6443-46A9-99DF-440F8989C2BE}">
      <dgm:prSet/>
      <dgm:spPr/>
      <dgm:t>
        <a:bodyPr/>
        <a:lstStyle/>
        <a:p>
          <a:r>
            <a:rPr lang="en-US" b="0" i="0"/>
            <a:t>Ensures input is valid by displaying available options from the training dataset.</a:t>
          </a:r>
          <a:endParaRPr lang="en-IN"/>
        </a:p>
      </dgm:t>
    </dgm:pt>
    <dgm:pt modelId="{CEF6184C-AA6D-4379-8ECB-5DE7F8CC227E}" type="parTrans" cxnId="{77DD6323-A0D6-4EAE-ADF4-6D7FA9D35CD2}">
      <dgm:prSet/>
      <dgm:spPr/>
      <dgm:t>
        <a:bodyPr/>
        <a:lstStyle/>
        <a:p>
          <a:endParaRPr lang="en-IN"/>
        </a:p>
      </dgm:t>
    </dgm:pt>
    <dgm:pt modelId="{3F1B5422-16A8-4FCD-8ECA-3DDEFDF9A9FE}" type="sibTrans" cxnId="{77DD6323-A0D6-4EAE-ADF4-6D7FA9D35CD2}">
      <dgm:prSet/>
      <dgm:spPr/>
      <dgm:t>
        <a:bodyPr/>
        <a:lstStyle/>
        <a:p>
          <a:endParaRPr lang="en-IN"/>
        </a:p>
      </dgm:t>
    </dgm:pt>
    <dgm:pt modelId="{794D6E0A-AA35-4963-8183-E6544A693E64}">
      <dgm:prSet/>
      <dgm:spPr/>
      <dgm:t>
        <a:bodyPr/>
        <a:lstStyle/>
        <a:p>
          <a:r>
            <a:rPr lang="en-US" b="0" i="0"/>
            <a:t>Internally builds a data frame with the input (factors aligned with training data).</a:t>
          </a:r>
          <a:endParaRPr lang="en-IN"/>
        </a:p>
      </dgm:t>
    </dgm:pt>
    <dgm:pt modelId="{1BBA1221-CEFD-489B-AC7E-90251BD1C0DA}" type="parTrans" cxnId="{F6E13ED0-E730-4079-BE27-E295810E57CF}">
      <dgm:prSet/>
      <dgm:spPr/>
      <dgm:t>
        <a:bodyPr/>
        <a:lstStyle/>
        <a:p>
          <a:endParaRPr lang="en-IN"/>
        </a:p>
      </dgm:t>
    </dgm:pt>
    <dgm:pt modelId="{E6105009-B72B-4ACE-B605-9A34F0A783C1}" type="sibTrans" cxnId="{F6E13ED0-E730-4079-BE27-E295810E57CF}">
      <dgm:prSet/>
      <dgm:spPr/>
      <dgm:t>
        <a:bodyPr/>
        <a:lstStyle/>
        <a:p>
          <a:endParaRPr lang="en-IN"/>
        </a:p>
      </dgm:t>
    </dgm:pt>
    <dgm:pt modelId="{DAED6274-E2E3-451C-8D6E-7B62ED7DBA5A}">
      <dgm:prSet/>
      <dgm:spPr/>
      <dgm:t>
        <a:bodyPr/>
        <a:lstStyle/>
        <a:p>
          <a:r>
            <a:rPr lang="en-US" b="0" i="0" dirty="0"/>
            <a:t>Uses the trained regression model (</a:t>
          </a:r>
          <a:r>
            <a:rPr lang="en-US" b="0" i="0" dirty="0" err="1"/>
            <a:t>model_full</a:t>
          </a:r>
          <a:r>
            <a:rPr lang="en-US" b="0" i="0" dirty="0"/>
            <a:t>) to predict salary.</a:t>
          </a:r>
          <a:endParaRPr lang="en-IN" dirty="0"/>
        </a:p>
      </dgm:t>
    </dgm:pt>
    <dgm:pt modelId="{94E51C4B-7C3E-4128-9515-DF0ADBCA1B97}" type="parTrans" cxnId="{3EECA189-B92D-4927-9E7A-882E12C1D858}">
      <dgm:prSet/>
      <dgm:spPr/>
      <dgm:t>
        <a:bodyPr/>
        <a:lstStyle/>
        <a:p>
          <a:endParaRPr lang="en-IN"/>
        </a:p>
      </dgm:t>
    </dgm:pt>
    <dgm:pt modelId="{CA69A1E1-F7DF-4220-8585-3FF0AE090D64}" type="sibTrans" cxnId="{3EECA189-B92D-4927-9E7A-882E12C1D858}">
      <dgm:prSet/>
      <dgm:spPr/>
      <dgm:t>
        <a:bodyPr/>
        <a:lstStyle/>
        <a:p>
          <a:endParaRPr lang="en-IN"/>
        </a:p>
      </dgm:t>
    </dgm:pt>
    <dgm:pt modelId="{5D30A6D7-A8DE-4FBF-BB4B-E2A5FBEF1DD3}">
      <dgm:prSet/>
      <dgm:spPr/>
      <dgm:t>
        <a:bodyPr/>
        <a:lstStyle/>
        <a:p>
          <a:r>
            <a:rPr lang="en-US" b="0" i="0"/>
            <a:t>Only final salary prediction is shown to the user, keeping internal details hidden for simplicity.</a:t>
          </a:r>
          <a:endParaRPr lang="en-IN"/>
        </a:p>
      </dgm:t>
    </dgm:pt>
    <dgm:pt modelId="{E3498509-A33D-42BC-AD49-91B432FCA893}" type="parTrans" cxnId="{42611FCD-E13E-45F9-B421-C42BDE41FD18}">
      <dgm:prSet/>
      <dgm:spPr/>
      <dgm:t>
        <a:bodyPr/>
        <a:lstStyle/>
        <a:p>
          <a:endParaRPr lang="en-IN"/>
        </a:p>
      </dgm:t>
    </dgm:pt>
    <dgm:pt modelId="{7F830D05-9B49-4111-8AC7-F465F9079961}" type="sibTrans" cxnId="{42611FCD-E13E-45F9-B421-C42BDE41FD18}">
      <dgm:prSet/>
      <dgm:spPr/>
      <dgm:t>
        <a:bodyPr/>
        <a:lstStyle/>
        <a:p>
          <a:endParaRPr lang="en-IN"/>
        </a:p>
      </dgm:t>
    </dgm:pt>
    <dgm:pt modelId="{3EDF28E1-C4AF-41A4-B4AC-E18A46EFE127}">
      <dgm:prSet/>
      <dgm:spPr/>
      <dgm:t>
        <a:bodyPr/>
        <a:lstStyle/>
        <a:p>
          <a:r>
            <a:rPr lang="en-US" b="0" i="0"/>
            <a:t>Helps simulate real-world use cases like salary estimators or HR tools.</a:t>
          </a:r>
          <a:endParaRPr lang="en-IN"/>
        </a:p>
      </dgm:t>
    </dgm:pt>
    <dgm:pt modelId="{2204F2F2-4622-420E-93F3-86D19328270A}" type="parTrans" cxnId="{06F0C4A0-E987-44DA-B646-EB04E68FED5B}">
      <dgm:prSet/>
      <dgm:spPr/>
      <dgm:t>
        <a:bodyPr/>
        <a:lstStyle/>
        <a:p>
          <a:endParaRPr lang="en-IN"/>
        </a:p>
      </dgm:t>
    </dgm:pt>
    <dgm:pt modelId="{7B484A49-DE7A-44A0-B357-3AEB7428643B}" type="sibTrans" cxnId="{06F0C4A0-E987-44DA-B646-EB04E68FED5B}">
      <dgm:prSet/>
      <dgm:spPr/>
      <dgm:t>
        <a:bodyPr/>
        <a:lstStyle/>
        <a:p>
          <a:endParaRPr lang="en-IN"/>
        </a:p>
      </dgm:t>
    </dgm:pt>
    <dgm:pt modelId="{EBDF3DE5-2392-486A-A201-07E04A52BBFB}" type="pres">
      <dgm:prSet presAssocID="{9D1F58A2-3179-47FC-97FA-5233E2563203}" presName="linear" presStyleCnt="0">
        <dgm:presLayoutVars>
          <dgm:animLvl val="lvl"/>
          <dgm:resizeHandles val="exact"/>
        </dgm:presLayoutVars>
      </dgm:prSet>
      <dgm:spPr/>
    </dgm:pt>
    <dgm:pt modelId="{4BF6EB70-23DE-4B4A-A0AA-E28D4B24156D}" type="pres">
      <dgm:prSet presAssocID="{368C775D-0507-4544-8BF9-4A2F770B6DF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8249BF6-08F4-48A2-9F4E-4963BAB5FEB6}" type="pres">
      <dgm:prSet presAssocID="{A098D969-0B76-4B1D-8C79-91F61D69B7F6}" presName="spacer" presStyleCnt="0"/>
      <dgm:spPr/>
    </dgm:pt>
    <dgm:pt modelId="{83C4D6F4-385E-4C72-A9E1-39F4429550FE}" type="pres">
      <dgm:prSet presAssocID="{846E2210-46C4-4D86-AF0D-28274032A87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D9E879A-E086-45F8-AB70-421BD46906B7}" type="pres">
      <dgm:prSet presAssocID="{52232C19-3E03-4475-8370-7DC7A6F615CA}" presName="spacer" presStyleCnt="0"/>
      <dgm:spPr/>
    </dgm:pt>
    <dgm:pt modelId="{5072AF85-8329-40B8-9E61-9A12386A6E9F}" type="pres">
      <dgm:prSet presAssocID="{2E2BF602-6443-46A9-99DF-440F8989C2B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6EA4736-244A-4C27-A209-A4A1B0600BE1}" type="pres">
      <dgm:prSet presAssocID="{3F1B5422-16A8-4FCD-8ECA-3DDEFDF9A9FE}" presName="spacer" presStyleCnt="0"/>
      <dgm:spPr/>
    </dgm:pt>
    <dgm:pt modelId="{E7F1BDD6-8535-45C7-99AE-6BA04D3B6612}" type="pres">
      <dgm:prSet presAssocID="{794D6E0A-AA35-4963-8183-E6544A693E6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7CD809E-5CA8-45DC-911C-4DB4FEAF6BFE}" type="pres">
      <dgm:prSet presAssocID="{E6105009-B72B-4ACE-B605-9A34F0A783C1}" presName="spacer" presStyleCnt="0"/>
      <dgm:spPr/>
    </dgm:pt>
    <dgm:pt modelId="{393E5688-820E-4DE7-9267-71754BDEB37B}" type="pres">
      <dgm:prSet presAssocID="{DAED6274-E2E3-451C-8D6E-7B62ED7DBA5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018F3B8-C74E-4FB3-9A0A-9024E99F0A20}" type="pres">
      <dgm:prSet presAssocID="{CA69A1E1-F7DF-4220-8585-3FF0AE090D64}" presName="spacer" presStyleCnt="0"/>
      <dgm:spPr/>
    </dgm:pt>
    <dgm:pt modelId="{222F1E4D-32FA-4B69-B132-D4B0024C2539}" type="pres">
      <dgm:prSet presAssocID="{5D30A6D7-A8DE-4FBF-BB4B-E2A5FBEF1DD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7A1F9FE-DA36-4A14-A072-1DC5A4CA3858}" type="pres">
      <dgm:prSet presAssocID="{7F830D05-9B49-4111-8AC7-F465F9079961}" presName="spacer" presStyleCnt="0"/>
      <dgm:spPr/>
    </dgm:pt>
    <dgm:pt modelId="{75E145FF-ED7A-413C-82B1-5EFA9D43C5CC}" type="pres">
      <dgm:prSet presAssocID="{3EDF28E1-C4AF-41A4-B4AC-E18A46EFE12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E81510D-19C8-4DDE-BD87-31B69BDD3E9A}" type="presOf" srcId="{846E2210-46C4-4D86-AF0D-28274032A87C}" destId="{83C4D6F4-385E-4C72-A9E1-39F4429550FE}" srcOrd="0" destOrd="0" presId="urn:microsoft.com/office/officeart/2005/8/layout/vList2"/>
    <dgm:cxn modelId="{8B653312-D154-499C-AA25-45E7A1E0E51E}" type="presOf" srcId="{794D6E0A-AA35-4963-8183-E6544A693E64}" destId="{E7F1BDD6-8535-45C7-99AE-6BA04D3B6612}" srcOrd="0" destOrd="0" presId="urn:microsoft.com/office/officeart/2005/8/layout/vList2"/>
    <dgm:cxn modelId="{77DD6323-A0D6-4EAE-ADF4-6D7FA9D35CD2}" srcId="{9D1F58A2-3179-47FC-97FA-5233E2563203}" destId="{2E2BF602-6443-46A9-99DF-440F8989C2BE}" srcOrd="2" destOrd="0" parTransId="{CEF6184C-AA6D-4379-8ECB-5DE7F8CC227E}" sibTransId="{3F1B5422-16A8-4FCD-8ECA-3DDEFDF9A9FE}"/>
    <dgm:cxn modelId="{2756DE4D-A342-4830-BB1B-0A41A311D596}" type="presOf" srcId="{DAED6274-E2E3-451C-8D6E-7B62ED7DBA5A}" destId="{393E5688-820E-4DE7-9267-71754BDEB37B}" srcOrd="0" destOrd="0" presId="urn:microsoft.com/office/officeart/2005/8/layout/vList2"/>
    <dgm:cxn modelId="{D6AA1B51-641E-455D-BAD0-C90645E744C1}" srcId="{9D1F58A2-3179-47FC-97FA-5233E2563203}" destId="{368C775D-0507-4544-8BF9-4A2F770B6DFE}" srcOrd="0" destOrd="0" parTransId="{13526C08-E738-4828-874E-358AC74805AF}" sibTransId="{A098D969-0B76-4B1D-8C79-91F61D69B7F6}"/>
    <dgm:cxn modelId="{FD658A73-441F-4F82-8A91-91E588B6488D}" srcId="{9D1F58A2-3179-47FC-97FA-5233E2563203}" destId="{846E2210-46C4-4D86-AF0D-28274032A87C}" srcOrd="1" destOrd="0" parTransId="{38D13399-2C44-444C-BFDE-69F5134B6230}" sibTransId="{52232C19-3E03-4475-8370-7DC7A6F615CA}"/>
    <dgm:cxn modelId="{81241759-C755-491F-B1BE-3B1A0CF76529}" type="presOf" srcId="{9D1F58A2-3179-47FC-97FA-5233E2563203}" destId="{EBDF3DE5-2392-486A-A201-07E04A52BBFB}" srcOrd="0" destOrd="0" presId="urn:microsoft.com/office/officeart/2005/8/layout/vList2"/>
    <dgm:cxn modelId="{3EECA189-B92D-4927-9E7A-882E12C1D858}" srcId="{9D1F58A2-3179-47FC-97FA-5233E2563203}" destId="{DAED6274-E2E3-451C-8D6E-7B62ED7DBA5A}" srcOrd="4" destOrd="0" parTransId="{94E51C4B-7C3E-4128-9515-DF0ADBCA1B97}" sibTransId="{CA69A1E1-F7DF-4220-8585-3FF0AE090D64}"/>
    <dgm:cxn modelId="{B3804B8A-0E95-480D-AB84-DA9A5083A975}" type="presOf" srcId="{2E2BF602-6443-46A9-99DF-440F8989C2BE}" destId="{5072AF85-8329-40B8-9E61-9A12386A6E9F}" srcOrd="0" destOrd="0" presId="urn:microsoft.com/office/officeart/2005/8/layout/vList2"/>
    <dgm:cxn modelId="{D65E6F8A-3465-4F74-B2DB-B471A6471C38}" type="presOf" srcId="{5D30A6D7-A8DE-4FBF-BB4B-E2A5FBEF1DD3}" destId="{222F1E4D-32FA-4B69-B132-D4B0024C2539}" srcOrd="0" destOrd="0" presId="urn:microsoft.com/office/officeart/2005/8/layout/vList2"/>
    <dgm:cxn modelId="{F611CE9A-3B1C-4379-B164-FFA3589ABB65}" type="presOf" srcId="{3EDF28E1-C4AF-41A4-B4AC-E18A46EFE127}" destId="{75E145FF-ED7A-413C-82B1-5EFA9D43C5CC}" srcOrd="0" destOrd="0" presId="urn:microsoft.com/office/officeart/2005/8/layout/vList2"/>
    <dgm:cxn modelId="{06F0C4A0-E987-44DA-B646-EB04E68FED5B}" srcId="{9D1F58A2-3179-47FC-97FA-5233E2563203}" destId="{3EDF28E1-C4AF-41A4-B4AC-E18A46EFE127}" srcOrd="6" destOrd="0" parTransId="{2204F2F2-4622-420E-93F3-86D19328270A}" sibTransId="{7B484A49-DE7A-44A0-B357-3AEB7428643B}"/>
    <dgm:cxn modelId="{42611FCD-E13E-45F9-B421-C42BDE41FD18}" srcId="{9D1F58A2-3179-47FC-97FA-5233E2563203}" destId="{5D30A6D7-A8DE-4FBF-BB4B-E2A5FBEF1DD3}" srcOrd="5" destOrd="0" parTransId="{E3498509-A33D-42BC-AD49-91B432FCA893}" sibTransId="{7F830D05-9B49-4111-8AC7-F465F9079961}"/>
    <dgm:cxn modelId="{F6E13ED0-E730-4079-BE27-E295810E57CF}" srcId="{9D1F58A2-3179-47FC-97FA-5233E2563203}" destId="{794D6E0A-AA35-4963-8183-E6544A693E64}" srcOrd="3" destOrd="0" parTransId="{1BBA1221-CEFD-489B-AC7E-90251BD1C0DA}" sibTransId="{E6105009-B72B-4ACE-B605-9A34F0A783C1}"/>
    <dgm:cxn modelId="{269E4BD7-F7F1-4C4F-A642-DD3F613737C7}" type="presOf" srcId="{368C775D-0507-4544-8BF9-4A2F770B6DFE}" destId="{4BF6EB70-23DE-4B4A-A0AA-E28D4B24156D}" srcOrd="0" destOrd="0" presId="urn:microsoft.com/office/officeart/2005/8/layout/vList2"/>
    <dgm:cxn modelId="{543E7C40-2F65-469A-BA8A-2E1406C758BC}" type="presParOf" srcId="{EBDF3DE5-2392-486A-A201-07E04A52BBFB}" destId="{4BF6EB70-23DE-4B4A-A0AA-E28D4B24156D}" srcOrd="0" destOrd="0" presId="urn:microsoft.com/office/officeart/2005/8/layout/vList2"/>
    <dgm:cxn modelId="{7A6C470D-7001-4009-9A10-6E9AD7FF6ADB}" type="presParOf" srcId="{EBDF3DE5-2392-486A-A201-07E04A52BBFB}" destId="{A8249BF6-08F4-48A2-9F4E-4963BAB5FEB6}" srcOrd="1" destOrd="0" presId="urn:microsoft.com/office/officeart/2005/8/layout/vList2"/>
    <dgm:cxn modelId="{1DEBDBD8-5FCD-438B-9CD9-48ECE87E1FCB}" type="presParOf" srcId="{EBDF3DE5-2392-486A-A201-07E04A52BBFB}" destId="{83C4D6F4-385E-4C72-A9E1-39F4429550FE}" srcOrd="2" destOrd="0" presId="urn:microsoft.com/office/officeart/2005/8/layout/vList2"/>
    <dgm:cxn modelId="{A713527D-B666-46ED-9F20-D9913D1AAA76}" type="presParOf" srcId="{EBDF3DE5-2392-486A-A201-07E04A52BBFB}" destId="{1D9E879A-E086-45F8-AB70-421BD46906B7}" srcOrd="3" destOrd="0" presId="urn:microsoft.com/office/officeart/2005/8/layout/vList2"/>
    <dgm:cxn modelId="{582E21A5-996E-4477-9A72-779B496DDCDF}" type="presParOf" srcId="{EBDF3DE5-2392-486A-A201-07E04A52BBFB}" destId="{5072AF85-8329-40B8-9E61-9A12386A6E9F}" srcOrd="4" destOrd="0" presId="urn:microsoft.com/office/officeart/2005/8/layout/vList2"/>
    <dgm:cxn modelId="{C4CA920D-15F0-4B1F-8494-E266E5283246}" type="presParOf" srcId="{EBDF3DE5-2392-486A-A201-07E04A52BBFB}" destId="{36EA4736-244A-4C27-A209-A4A1B0600BE1}" srcOrd="5" destOrd="0" presId="urn:microsoft.com/office/officeart/2005/8/layout/vList2"/>
    <dgm:cxn modelId="{5F1F8668-791F-492F-AE06-2EF58CF6F960}" type="presParOf" srcId="{EBDF3DE5-2392-486A-A201-07E04A52BBFB}" destId="{E7F1BDD6-8535-45C7-99AE-6BA04D3B6612}" srcOrd="6" destOrd="0" presId="urn:microsoft.com/office/officeart/2005/8/layout/vList2"/>
    <dgm:cxn modelId="{BC10762E-C2AA-4080-A71E-F29DA1E319FA}" type="presParOf" srcId="{EBDF3DE5-2392-486A-A201-07E04A52BBFB}" destId="{87CD809E-5CA8-45DC-911C-4DB4FEAF6BFE}" srcOrd="7" destOrd="0" presId="urn:microsoft.com/office/officeart/2005/8/layout/vList2"/>
    <dgm:cxn modelId="{CC9B52E5-5A53-40C2-B3C1-D4E0177CD0F5}" type="presParOf" srcId="{EBDF3DE5-2392-486A-A201-07E04A52BBFB}" destId="{393E5688-820E-4DE7-9267-71754BDEB37B}" srcOrd="8" destOrd="0" presId="urn:microsoft.com/office/officeart/2005/8/layout/vList2"/>
    <dgm:cxn modelId="{6990229F-5ABD-4093-8DEB-456381161909}" type="presParOf" srcId="{EBDF3DE5-2392-486A-A201-07E04A52BBFB}" destId="{E018F3B8-C74E-4FB3-9A0A-9024E99F0A20}" srcOrd="9" destOrd="0" presId="urn:microsoft.com/office/officeart/2005/8/layout/vList2"/>
    <dgm:cxn modelId="{E24363AF-02E6-4F88-BCDA-38203AD52108}" type="presParOf" srcId="{EBDF3DE5-2392-486A-A201-07E04A52BBFB}" destId="{222F1E4D-32FA-4B69-B132-D4B0024C2539}" srcOrd="10" destOrd="0" presId="urn:microsoft.com/office/officeart/2005/8/layout/vList2"/>
    <dgm:cxn modelId="{E5544783-006E-45E5-8A9D-7537F70789F7}" type="presParOf" srcId="{EBDF3DE5-2392-486A-A201-07E04A52BBFB}" destId="{E7A1F9FE-DA36-4A14-A072-1DC5A4CA3858}" srcOrd="11" destOrd="0" presId="urn:microsoft.com/office/officeart/2005/8/layout/vList2"/>
    <dgm:cxn modelId="{800421A9-C9FF-4CB1-BADD-C636267187F9}" type="presParOf" srcId="{EBDF3DE5-2392-486A-A201-07E04A52BBFB}" destId="{75E145FF-ED7A-413C-82B1-5EFA9D43C5C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2DA56CC-CC5D-40F6-A96F-7E861B6D4653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IN"/>
        </a:p>
      </dgm:t>
    </dgm:pt>
    <dgm:pt modelId="{DE33B13D-D56C-4DB9-B5FE-CF6A20E3A65A}">
      <dgm:prSet/>
      <dgm:spPr/>
      <dgm:t>
        <a:bodyPr/>
        <a:lstStyle/>
        <a:p>
          <a:r>
            <a:rPr lang="en-US" b="0" i="0"/>
            <a:t>Conclusion</a:t>
          </a:r>
          <a:endParaRPr lang="en-IN"/>
        </a:p>
      </dgm:t>
    </dgm:pt>
    <dgm:pt modelId="{FA9E478B-15EA-44FD-90B6-4C284338DEF3}" type="parTrans" cxnId="{2BC3FF6E-CA62-41D1-9B7A-0D0218A71E73}">
      <dgm:prSet/>
      <dgm:spPr/>
      <dgm:t>
        <a:bodyPr/>
        <a:lstStyle/>
        <a:p>
          <a:endParaRPr lang="en-IN"/>
        </a:p>
      </dgm:t>
    </dgm:pt>
    <dgm:pt modelId="{8E95BF92-8C5B-480A-B83A-A19B9F69D35B}" type="sibTrans" cxnId="{2BC3FF6E-CA62-41D1-9B7A-0D0218A71E73}">
      <dgm:prSet/>
      <dgm:spPr/>
      <dgm:t>
        <a:bodyPr/>
        <a:lstStyle/>
        <a:p>
          <a:endParaRPr lang="en-IN"/>
        </a:p>
      </dgm:t>
    </dgm:pt>
    <dgm:pt modelId="{2E077880-C749-4021-9E9B-E617C6C98DB3}" type="pres">
      <dgm:prSet presAssocID="{22DA56CC-CC5D-40F6-A96F-7E861B6D4653}" presName="linear" presStyleCnt="0">
        <dgm:presLayoutVars>
          <dgm:animLvl val="lvl"/>
          <dgm:resizeHandles val="exact"/>
        </dgm:presLayoutVars>
      </dgm:prSet>
      <dgm:spPr/>
    </dgm:pt>
    <dgm:pt modelId="{58B0159B-01CF-4DE2-8B05-2FDB02282DC4}" type="pres">
      <dgm:prSet presAssocID="{DE33B13D-D56C-4DB9-B5FE-CF6A20E3A65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D241008-4926-4739-A941-8FC27F4EAEDC}" type="presOf" srcId="{22DA56CC-CC5D-40F6-A96F-7E861B6D4653}" destId="{2E077880-C749-4021-9E9B-E617C6C98DB3}" srcOrd="0" destOrd="0" presId="urn:microsoft.com/office/officeart/2005/8/layout/vList2"/>
    <dgm:cxn modelId="{01561741-56E2-4B5F-B37F-C330BE5EE859}" type="presOf" srcId="{DE33B13D-D56C-4DB9-B5FE-CF6A20E3A65A}" destId="{58B0159B-01CF-4DE2-8B05-2FDB02282DC4}" srcOrd="0" destOrd="0" presId="urn:microsoft.com/office/officeart/2005/8/layout/vList2"/>
    <dgm:cxn modelId="{2BC3FF6E-CA62-41D1-9B7A-0D0218A71E73}" srcId="{22DA56CC-CC5D-40F6-A96F-7E861B6D4653}" destId="{DE33B13D-D56C-4DB9-B5FE-CF6A20E3A65A}" srcOrd="0" destOrd="0" parTransId="{FA9E478B-15EA-44FD-90B6-4C284338DEF3}" sibTransId="{8E95BF92-8C5B-480A-B83A-A19B9F69D35B}"/>
    <dgm:cxn modelId="{FD13E689-841E-4B78-9BFB-DAAB8EA93D76}" type="presParOf" srcId="{2E077880-C749-4021-9E9B-E617C6C98DB3}" destId="{58B0159B-01CF-4DE2-8B05-2FDB02282DC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504AFCE-A949-4833-A636-3B34E3956B5E}" type="doc">
      <dgm:prSet loTypeId="urn:microsoft.com/office/officeart/2011/layout/CircleProcess" loCatId="process" qsTypeId="urn:microsoft.com/office/officeart/2005/8/quickstyle/3d1" qsCatId="3D" csTypeId="urn:microsoft.com/office/officeart/2005/8/colors/accent3_1" csCatId="accent3"/>
      <dgm:spPr/>
      <dgm:t>
        <a:bodyPr/>
        <a:lstStyle/>
        <a:p>
          <a:endParaRPr lang="en-IN"/>
        </a:p>
      </dgm:t>
    </dgm:pt>
    <dgm:pt modelId="{3FF464E8-2A54-42DF-9518-E6EFF609DB15}">
      <dgm:prSet/>
      <dgm:spPr/>
      <dgm:t>
        <a:bodyPr/>
        <a:lstStyle/>
        <a:p>
          <a:r>
            <a:rPr lang="en-US" b="0" i="0" dirty="0"/>
            <a:t>Thank you </a:t>
          </a:r>
          <a:endParaRPr lang="en-IN" dirty="0"/>
        </a:p>
      </dgm:t>
    </dgm:pt>
    <dgm:pt modelId="{2B0A0D07-2CB1-46AC-B5D4-7BC7E3DF6AF1}" type="parTrans" cxnId="{446B39CD-DED6-463B-8B2D-DADC5A7E31BD}">
      <dgm:prSet/>
      <dgm:spPr/>
      <dgm:t>
        <a:bodyPr/>
        <a:lstStyle/>
        <a:p>
          <a:endParaRPr lang="en-IN"/>
        </a:p>
      </dgm:t>
    </dgm:pt>
    <dgm:pt modelId="{C2991864-05AF-450F-A2A9-DD2A2C32DCD1}" type="sibTrans" cxnId="{446B39CD-DED6-463B-8B2D-DADC5A7E31BD}">
      <dgm:prSet/>
      <dgm:spPr/>
      <dgm:t>
        <a:bodyPr/>
        <a:lstStyle/>
        <a:p>
          <a:endParaRPr lang="en-IN"/>
        </a:p>
      </dgm:t>
    </dgm:pt>
    <dgm:pt modelId="{B9468675-814E-48A4-ADA3-B7C5E4869BCD}" type="pres">
      <dgm:prSet presAssocID="{A504AFCE-A949-4833-A636-3B34E3956B5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92260274-D5B1-442E-A37E-02AC0C3B76C0}" type="pres">
      <dgm:prSet presAssocID="{3FF464E8-2A54-42DF-9518-E6EFF609DB15}" presName="Accent1" presStyleCnt="0"/>
      <dgm:spPr/>
    </dgm:pt>
    <dgm:pt modelId="{47F47ACA-6754-49DE-9AD0-80731EF1DAE3}" type="pres">
      <dgm:prSet presAssocID="{3FF464E8-2A54-42DF-9518-E6EFF609DB15}" presName="Accent" presStyleLbl="node1" presStyleIdx="0" presStyleCnt="1"/>
      <dgm:spPr/>
    </dgm:pt>
    <dgm:pt modelId="{CF95756D-CFB5-4F66-8BE1-8C7044358033}" type="pres">
      <dgm:prSet presAssocID="{3FF464E8-2A54-42DF-9518-E6EFF609DB15}" presName="ParentBackground1" presStyleCnt="0"/>
      <dgm:spPr/>
    </dgm:pt>
    <dgm:pt modelId="{CF04C83C-C8A7-44D9-8551-E57B1C1A167C}" type="pres">
      <dgm:prSet presAssocID="{3FF464E8-2A54-42DF-9518-E6EFF609DB15}" presName="ParentBackground" presStyleLbl="fgAcc1" presStyleIdx="0" presStyleCnt="1" custLinFactNeighborX="5" custLinFactNeighborY="343"/>
      <dgm:spPr/>
    </dgm:pt>
    <dgm:pt modelId="{E8C3ABF9-AEE3-41F4-B871-004B3E2FA704}" type="pres">
      <dgm:prSet presAssocID="{3FF464E8-2A54-42DF-9518-E6EFF609DB1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9F9B962F-38A7-4AF0-9EA8-B56E05BC6DE1}" type="presOf" srcId="{3FF464E8-2A54-42DF-9518-E6EFF609DB15}" destId="{E8C3ABF9-AEE3-41F4-B871-004B3E2FA704}" srcOrd="1" destOrd="0" presId="urn:microsoft.com/office/officeart/2011/layout/CircleProcess"/>
    <dgm:cxn modelId="{446B39CD-DED6-463B-8B2D-DADC5A7E31BD}" srcId="{A504AFCE-A949-4833-A636-3B34E3956B5E}" destId="{3FF464E8-2A54-42DF-9518-E6EFF609DB15}" srcOrd="0" destOrd="0" parTransId="{2B0A0D07-2CB1-46AC-B5D4-7BC7E3DF6AF1}" sibTransId="{C2991864-05AF-450F-A2A9-DD2A2C32DCD1}"/>
    <dgm:cxn modelId="{B95E73D4-8BF2-4BBF-A395-C571C086EF0E}" type="presOf" srcId="{3FF464E8-2A54-42DF-9518-E6EFF609DB15}" destId="{CF04C83C-C8A7-44D9-8551-E57B1C1A167C}" srcOrd="0" destOrd="0" presId="urn:microsoft.com/office/officeart/2011/layout/CircleProcess"/>
    <dgm:cxn modelId="{074951D8-368C-48E1-B0F0-F1511C6D76FD}" type="presOf" srcId="{A504AFCE-A949-4833-A636-3B34E3956B5E}" destId="{B9468675-814E-48A4-ADA3-B7C5E4869BCD}" srcOrd="0" destOrd="0" presId="urn:microsoft.com/office/officeart/2011/layout/CircleProcess"/>
    <dgm:cxn modelId="{38C24729-3333-47B3-BF3A-CCF062302A07}" type="presParOf" srcId="{B9468675-814E-48A4-ADA3-B7C5E4869BCD}" destId="{92260274-D5B1-442E-A37E-02AC0C3B76C0}" srcOrd="0" destOrd="0" presId="urn:microsoft.com/office/officeart/2011/layout/CircleProcess"/>
    <dgm:cxn modelId="{18C14458-E334-4E09-9D78-BEB80B30FE87}" type="presParOf" srcId="{92260274-D5B1-442E-A37E-02AC0C3B76C0}" destId="{47F47ACA-6754-49DE-9AD0-80731EF1DAE3}" srcOrd="0" destOrd="0" presId="urn:microsoft.com/office/officeart/2011/layout/CircleProcess"/>
    <dgm:cxn modelId="{F6369F75-AA91-4D1C-8922-63BC378D06F6}" type="presParOf" srcId="{B9468675-814E-48A4-ADA3-B7C5E4869BCD}" destId="{CF95756D-CFB5-4F66-8BE1-8C7044358033}" srcOrd="1" destOrd="0" presId="urn:microsoft.com/office/officeart/2011/layout/CircleProcess"/>
    <dgm:cxn modelId="{DD207FEC-F451-438C-9CBF-76B1098C750E}" type="presParOf" srcId="{CF95756D-CFB5-4F66-8BE1-8C7044358033}" destId="{CF04C83C-C8A7-44D9-8551-E57B1C1A167C}" srcOrd="0" destOrd="0" presId="urn:microsoft.com/office/officeart/2011/layout/CircleProcess"/>
    <dgm:cxn modelId="{7CC0E00E-0430-43B7-B702-CA1834063AC3}" type="presParOf" srcId="{B9468675-814E-48A4-ADA3-B7C5E4869BCD}" destId="{E8C3ABF9-AEE3-41F4-B871-004B3E2FA704}" srcOrd="2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9BEFD-6959-40A6-87F2-3EFD1D0D7481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Objectives</a:t>
          </a:r>
          <a:endParaRPr lang="en-IN" sz="2400" kern="1200"/>
        </a:p>
      </dsp:txBody>
      <dsp:txXfrm>
        <a:off x="27415" y="32965"/>
        <a:ext cx="8465770" cy="506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C8FDC-6260-41AB-948D-77AB435D2D77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Data Description</a:t>
          </a:r>
          <a:endParaRPr lang="en-IN" sz="2400" kern="1200"/>
        </a:p>
      </dsp:txBody>
      <dsp:txXfrm>
        <a:off x="27415" y="32965"/>
        <a:ext cx="8465770" cy="5067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2A94F-A83C-4DD6-BDE5-DA5DABD0079D}">
      <dsp:nvSpPr>
        <dsp:cNvPr id="0" name=""/>
        <dsp:cNvSpPr/>
      </dsp:nvSpPr>
      <dsp:spPr>
        <a:xfrm rot="5400000">
          <a:off x="-219181" y="220979"/>
          <a:ext cx="1461208" cy="1022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Source</a:t>
          </a:r>
          <a:endParaRPr lang="en-IN" sz="1500" kern="1200"/>
        </a:p>
      </dsp:txBody>
      <dsp:txXfrm rot="-5400000">
        <a:off x="1" y="513221"/>
        <a:ext cx="1022845" cy="438363"/>
      </dsp:txXfrm>
    </dsp:sp>
    <dsp:sp modelId="{34679DED-713B-4B37-B226-6DE018CECA7F}">
      <dsp:nvSpPr>
        <dsp:cNvPr id="0" name=""/>
        <dsp:cNvSpPr/>
      </dsp:nvSpPr>
      <dsp:spPr>
        <a:xfrm rot="5400000">
          <a:off x="4296830" y="-3272186"/>
          <a:ext cx="949785" cy="7497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Kaggle</a:t>
          </a:r>
          <a:endParaRPr lang="en-IN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1" kern="1200"/>
            <a:t>Data Science Job Salaries, </a:t>
          </a:r>
          <a:endParaRPr lang="en-IN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Cost of Living Index</a:t>
          </a:r>
          <a:endParaRPr lang="en-IN" sz="1200" kern="1200"/>
        </a:p>
      </dsp:txBody>
      <dsp:txXfrm rot="-5400000">
        <a:off x="1022846" y="48163"/>
        <a:ext cx="7451389" cy="857055"/>
      </dsp:txXfrm>
    </dsp:sp>
    <dsp:sp modelId="{B925159B-ED46-462B-B690-EC048FF8E45C}">
      <dsp:nvSpPr>
        <dsp:cNvPr id="0" name=""/>
        <dsp:cNvSpPr/>
      </dsp:nvSpPr>
      <dsp:spPr>
        <a:xfrm rot="5400000">
          <a:off x="-219181" y="1486277"/>
          <a:ext cx="1461208" cy="1022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Time Frame</a:t>
          </a:r>
          <a:endParaRPr lang="en-IN" sz="1500" kern="1200"/>
        </a:p>
      </dsp:txBody>
      <dsp:txXfrm rot="-5400000">
        <a:off x="1" y="1778519"/>
        <a:ext cx="1022845" cy="438363"/>
      </dsp:txXfrm>
    </dsp:sp>
    <dsp:sp modelId="{F842D3C4-53A0-4077-A4CE-F499CA9F36C1}">
      <dsp:nvSpPr>
        <dsp:cNvPr id="0" name=""/>
        <dsp:cNvSpPr/>
      </dsp:nvSpPr>
      <dsp:spPr>
        <a:xfrm rot="5400000">
          <a:off x="4296830" y="-2006888"/>
          <a:ext cx="949785" cy="7497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Job salary records from 2020 to 2023</a:t>
          </a:r>
          <a:endParaRPr lang="en-IN" sz="1200" kern="1200"/>
        </a:p>
      </dsp:txBody>
      <dsp:txXfrm rot="-5400000">
        <a:off x="1022846" y="1313461"/>
        <a:ext cx="7451389" cy="857055"/>
      </dsp:txXfrm>
    </dsp:sp>
    <dsp:sp modelId="{C61AF86B-6E3D-4D54-86F1-BF96D45DD974}">
      <dsp:nvSpPr>
        <dsp:cNvPr id="0" name=""/>
        <dsp:cNvSpPr/>
      </dsp:nvSpPr>
      <dsp:spPr>
        <a:xfrm rot="5400000">
          <a:off x="-219181" y="2751575"/>
          <a:ext cx="1461208" cy="1022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Key Columns</a:t>
          </a:r>
          <a:endParaRPr lang="en-IN" sz="1500" kern="1200"/>
        </a:p>
      </dsp:txBody>
      <dsp:txXfrm rot="-5400000">
        <a:off x="1" y="3043817"/>
        <a:ext cx="1022845" cy="438363"/>
      </dsp:txXfrm>
    </dsp:sp>
    <dsp:sp modelId="{798312DF-7D89-4835-B298-16A503A0049C}">
      <dsp:nvSpPr>
        <dsp:cNvPr id="0" name=""/>
        <dsp:cNvSpPr/>
      </dsp:nvSpPr>
      <dsp:spPr>
        <a:xfrm rot="5400000">
          <a:off x="4296830" y="-741590"/>
          <a:ext cx="949785" cy="7497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experience_level, job_title, company_size</a:t>
          </a:r>
          <a:br>
            <a:rPr lang="en-US" sz="1200" b="0" i="0" kern="1200"/>
          </a:br>
          <a:endParaRPr lang="en-IN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employee_residence, salary_in_usd, work_setting</a:t>
          </a:r>
          <a:br>
            <a:rPr lang="en-US" sz="1200" b="0" i="0" kern="1200"/>
          </a:br>
          <a:endParaRPr lang="en-IN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cost_of_living_index, adjusted_salary</a:t>
          </a:r>
          <a:endParaRPr lang="en-IN" sz="1200" kern="1200"/>
        </a:p>
      </dsp:txBody>
      <dsp:txXfrm rot="-5400000">
        <a:off x="1022846" y="2578759"/>
        <a:ext cx="7451389" cy="8570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CFAEA-29C5-49F0-B78D-92B7CC0D2C02}">
      <dsp:nvSpPr>
        <dsp:cNvPr id="0" name=""/>
        <dsp:cNvSpPr/>
      </dsp:nvSpPr>
      <dsp:spPr>
        <a:xfrm>
          <a:off x="0" y="390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Data Cleaning &amp; Processing</a:t>
          </a:r>
          <a:endParaRPr lang="en-IN" sz="2400" kern="1200" dirty="0"/>
        </a:p>
      </dsp:txBody>
      <dsp:txXfrm>
        <a:off x="27415" y="31315"/>
        <a:ext cx="8465770" cy="5067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272CE-2E6B-4E65-BDE7-5440E6D2533B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Visualizations </a:t>
          </a:r>
          <a:endParaRPr lang="en-IN" sz="2400" kern="1200" dirty="0"/>
        </a:p>
      </dsp:txBody>
      <dsp:txXfrm>
        <a:off x="27415" y="32965"/>
        <a:ext cx="8465770" cy="5067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146EE-2F8F-40D5-A233-7F3ADAB62376}">
      <dsp:nvSpPr>
        <dsp:cNvPr id="0" name=""/>
        <dsp:cNvSpPr/>
      </dsp:nvSpPr>
      <dsp:spPr>
        <a:xfrm>
          <a:off x="0" y="0"/>
          <a:ext cx="3416400" cy="3416400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6ADD0-EC69-40DC-92A0-B34D76A890B5}">
      <dsp:nvSpPr>
        <dsp:cNvPr id="0" name=""/>
        <dsp:cNvSpPr/>
      </dsp:nvSpPr>
      <dsp:spPr>
        <a:xfrm>
          <a:off x="1708200" y="0"/>
          <a:ext cx="6812400" cy="341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Exploring trends across roles, regions, and experience levels</a:t>
          </a:r>
          <a:br>
            <a:rPr lang="en-US" sz="1400" b="0" i="0" kern="1200"/>
          </a:br>
          <a:endParaRPr lang="en-IN" sz="1400" kern="1200"/>
        </a:p>
      </dsp:txBody>
      <dsp:txXfrm>
        <a:off x="1708200" y="0"/>
        <a:ext cx="6812400" cy="546623"/>
      </dsp:txXfrm>
    </dsp:sp>
    <dsp:sp modelId="{A704970E-10BB-4A15-A216-62F8A64958E0}">
      <dsp:nvSpPr>
        <dsp:cNvPr id="0" name=""/>
        <dsp:cNvSpPr/>
      </dsp:nvSpPr>
      <dsp:spPr>
        <a:xfrm>
          <a:off x="358721" y="546623"/>
          <a:ext cx="2698956" cy="2698956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B7E9B-8A6C-4383-B091-F04FB472F7E2}">
      <dsp:nvSpPr>
        <dsp:cNvPr id="0" name=""/>
        <dsp:cNvSpPr/>
      </dsp:nvSpPr>
      <dsp:spPr>
        <a:xfrm>
          <a:off x="1708200" y="546623"/>
          <a:ext cx="6812400" cy="26989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Used </a:t>
          </a:r>
          <a:r>
            <a:rPr lang="en-US" sz="1400" b="1" i="0" kern="1200"/>
            <a:t>ggplot2 </a:t>
          </a:r>
          <a:r>
            <a:rPr lang="en-US" sz="1400" b="0" i="0" kern="1200"/>
            <a:t>and </a:t>
          </a:r>
          <a:r>
            <a:rPr lang="en-US" sz="1400" b="1" i="0" kern="1200"/>
            <a:t>dplyr </a:t>
          </a:r>
          <a:r>
            <a:rPr lang="en-US" sz="1400" b="0" i="0" kern="1200"/>
            <a:t>for plotting salary trends and group-wise comparisons</a:t>
          </a:r>
          <a:br>
            <a:rPr lang="en-US" sz="1400" b="0" i="0" kern="1200"/>
          </a:br>
          <a:endParaRPr lang="en-IN" sz="1400" kern="1200"/>
        </a:p>
      </dsp:txBody>
      <dsp:txXfrm>
        <a:off x="1708200" y="546623"/>
        <a:ext cx="6812400" cy="546624"/>
      </dsp:txXfrm>
    </dsp:sp>
    <dsp:sp modelId="{E8D4E1A9-CEBC-41C8-9962-A3824E5DC510}">
      <dsp:nvSpPr>
        <dsp:cNvPr id="0" name=""/>
        <dsp:cNvSpPr/>
      </dsp:nvSpPr>
      <dsp:spPr>
        <a:xfrm>
          <a:off x="717443" y="1093247"/>
          <a:ext cx="1981511" cy="1981511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948DD-A317-4E7C-8A02-E1857B7EDA72}">
      <dsp:nvSpPr>
        <dsp:cNvPr id="0" name=""/>
        <dsp:cNvSpPr/>
      </dsp:nvSpPr>
      <dsp:spPr>
        <a:xfrm>
          <a:off x="1708200" y="1093247"/>
          <a:ext cx="6812400" cy="198151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Visualized salary progression over years across experience levels using line charts</a:t>
          </a:r>
          <a:br>
            <a:rPr lang="en-US" sz="1400" b="0" i="0" kern="1200"/>
          </a:br>
          <a:endParaRPr lang="en-IN" sz="1400" kern="1200"/>
        </a:p>
      </dsp:txBody>
      <dsp:txXfrm>
        <a:off x="1708200" y="1093247"/>
        <a:ext cx="6812400" cy="546623"/>
      </dsp:txXfrm>
    </dsp:sp>
    <dsp:sp modelId="{7B7A9DFD-6F4B-469B-B991-DD3FEF239AF9}">
      <dsp:nvSpPr>
        <dsp:cNvPr id="0" name=""/>
        <dsp:cNvSpPr/>
      </dsp:nvSpPr>
      <dsp:spPr>
        <a:xfrm>
          <a:off x="1076165" y="1639871"/>
          <a:ext cx="1264068" cy="1264068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F82A1-6A80-4069-8B16-B57CD08B0E70}">
      <dsp:nvSpPr>
        <dsp:cNvPr id="0" name=""/>
        <dsp:cNvSpPr/>
      </dsp:nvSpPr>
      <dsp:spPr>
        <a:xfrm>
          <a:off x="1708200" y="1639871"/>
          <a:ext cx="6812400" cy="12640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Applied cost-of-living adjustment to normalize salaries across countries</a:t>
          </a:r>
          <a:br>
            <a:rPr lang="en-US" sz="1400" b="0" i="0" kern="1200"/>
          </a:br>
          <a:endParaRPr lang="en-IN" sz="1400" kern="1200"/>
        </a:p>
      </dsp:txBody>
      <dsp:txXfrm>
        <a:off x="1708200" y="1639871"/>
        <a:ext cx="6812400" cy="546623"/>
      </dsp:txXfrm>
    </dsp:sp>
    <dsp:sp modelId="{F4104BC2-E963-4383-A65E-A69FCEB8C704}">
      <dsp:nvSpPr>
        <dsp:cNvPr id="0" name=""/>
        <dsp:cNvSpPr/>
      </dsp:nvSpPr>
      <dsp:spPr>
        <a:xfrm>
          <a:off x="1434887" y="2186495"/>
          <a:ext cx="546624" cy="546624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53560-24A3-426A-86BA-FAB07D0064AD}">
      <dsp:nvSpPr>
        <dsp:cNvPr id="0" name=""/>
        <dsp:cNvSpPr/>
      </dsp:nvSpPr>
      <dsp:spPr>
        <a:xfrm>
          <a:off x="1708200" y="2186495"/>
          <a:ext cx="6812400" cy="5466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Analyzed salary distributions by work setting (Remote, Hybrid, In-person) via boxplots</a:t>
          </a:r>
          <a:endParaRPr lang="en-IN" sz="1400" kern="1200"/>
        </a:p>
      </dsp:txBody>
      <dsp:txXfrm>
        <a:off x="1708200" y="2186495"/>
        <a:ext cx="6812400" cy="5466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963BD-1A68-4296-B773-D1CB91FC2EA8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Adjusted Salary by Job Role Group and Company Size</a:t>
          </a:r>
          <a:endParaRPr lang="en-IN" sz="2400" kern="1200" dirty="0"/>
        </a:p>
      </dsp:txBody>
      <dsp:txXfrm>
        <a:off x="27415" y="32965"/>
        <a:ext cx="8465770" cy="5067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500D9-9E99-41BA-930D-88EAA274EDAF}">
      <dsp:nvSpPr>
        <dsp:cNvPr id="0" name=""/>
        <dsp:cNvSpPr/>
      </dsp:nvSpPr>
      <dsp:spPr>
        <a:xfrm>
          <a:off x="0" y="24355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242E3-1DBE-4EC0-8687-BE3C98F327EA}">
      <dsp:nvSpPr>
        <dsp:cNvPr id="0" name=""/>
        <dsp:cNvSpPr/>
      </dsp:nvSpPr>
      <dsp:spPr>
        <a:xfrm>
          <a:off x="172733" y="6643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Engineering:</a:t>
          </a:r>
          <a:r>
            <a:rPr lang="en-IN" sz="1200" b="0" i="0" kern="1200"/>
            <a:t> top median</a:t>
          </a:r>
          <a:endParaRPr lang="en-IN" sz="1200" kern="1200"/>
        </a:p>
      </dsp:txBody>
      <dsp:txXfrm>
        <a:off x="190026" y="83723"/>
        <a:ext cx="2383683" cy="319654"/>
      </dsp:txXfrm>
    </dsp:sp>
    <dsp:sp modelId="{7C48C64B-5FED-4D59-804D-6B196BBA4D87}">
      <dsp:nvSpPr>
        <dsp:cNvPr id="0" name=""/>
        <dsp:cNvSpPr/>
      </dsp:nvSpPr>
      <dsp:spPr>
        <a:xfrm>
          <a:off x="0" y="78787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070EB-AC2A-41BF-A37B-67E24DC1C176}">
      <dsp:nvSpPr>
        <dsp:cNvPr id="0" name=""/>
        <dsp:cNvSpPr/>
      </dsp:nvSpPr>
      <dsp:spPr>
        <a:xfrm>
          <a:off x="172733" y="61075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Data:</a:t>
          </a:r>
          <a:r>
            <a:rPr lang="en-IN" sz="1200" b="0" i="0" kern="1200" dirty="0"/>
            <a:t> widest range</a:t>
          </a:r>
          <a:endParaRPr lang="en-IN" sz="1200" kern="1200" dirty="0"/>
        </a:p>
      </dsp:txBody>
      <dsp:txXfrm>
        <a:off x="190026" y="628043"/>
        <a:ext cx="2383683" cy="319654"/>
      </dsp:txXfrm>
    </dsp:sp>
    <dsp:sp modelId="{464BA4F6-6774-4D2E-99C7-795BB44C41D9}">
      <dsp:nvSpPr>
        <dsp:cNvPr id="0" name=""/>
        <dsp:cNvSpPr/>
      </dsp:nvSpPr>
      <dsp:spPr>
        <a:xfrm>
          <a:off x="0" y="133219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CAF1A-BB82-4F23-B705-D588E44E031B}">
      <dsp:nvSpPr>
        <dsp:cNvPr id="0" name=""/>
        <dsp:cNvSpPr/>
      </dsp:nvSpPr>
      <dsp:spPr>
        <a:xfrm>
          <a:off x="172733" y="115507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Architecture:</a:t>
          </a:r>
          <a:r>
            <a:rPr lang="en-IN" sz="1200" b="0" i="0" kern="1200"/>
            <a:t> high pay</a:t>
          </a:r>
          <a:endParaRPr lang="en-IN" sz="1200" kern="1200"/>
        </a:p>
      </dsp:txBody>
      <dsp:txXfrm>
        <a:off x="190026" y="1172363"/>
        <a:ext cx="2383683" cy="319654"/>
      </dsp:txXfrm>
    </dsp:sp>
    <dsp:sp modelId="{C0CF0E8B-FB40-4CFA-A0B3-42901F3227AC}">
      <dsp:nvSpPr>
        <dsp:cNvPr id="0" name=""/>
        <dsp:cNvSpPr/>
      </dsp:nvSpPr>
      <dsp:spPr>
        <a:xfrm>
          <a:off x="0" y="1876509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055F7-1C41-49F0-8AF8-73BDE927A6FE}">
      <dsp:nvSpPr>
        <dsp:cNvPr id="0" name=""/>
        <dsp:cNvSpPr/>
      </dsp:nvSpPr>
      <dsp:spPr>
        <a:xfrm>
          <a:off x="172733" y="1699390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Analytics/Management:</a:t>
          </a:r>
          <a:r>
            <a:rPr lang="en-IN" sz="1200" b="0" i="0" kern="1200"/>
            <a:t> lower tiers</a:t>
          </a:r>
          <a:endParaRPr lang="en-IN" sz="1200" kern="1200"/>
        </a:p>
      </dsp:txBody>
      <dsp:txXfrm>
        <a:off x="190026" y="1716683"/>
        <a:ext cx="2383683" cy="319654"/>
      </dsp:txXfrm>
    </dsp:sp>
    <dsp:sp modelId="{5CAF311A-3E4A-4109-ABF4-AA893280684F}">
      <dsp:nvSpPr>
        <dsp:cNvPr id="0" name=""/>
        <dsp:cNvSpPr/>
      </dsp:nvSpPr>
      <dsp:spPr>
        <a:xfrm>
          <a:off x="0" y="2420829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C63D7-7D73-4484-8215-1F00740B4866}">
      <dsp:nvSpPr>
        <dsp:cNvPr id="0" name=""/>
        <dsp:cNvSpPr/>
      </dsp:nvSpPr>
      <dsp:spPr>
        <a:xfrm>
          <a:off x="172733" y="2243709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Medium firms:</a:t>
          </a:r>
          <a:r>
            <a:rPr lang="en-IN" sz="1200" b="0" i="0" kern="1200"/>
            <a:t> most competitive</a:t>
          </a:r>
          <a:endParaRPr lang="en-IN" sz="1200" kern="1200"/>
        </a:p>
      </dsp:txBody>
      <dsp:txXfrm>
        <a:off x="190026" y="2261002"/>
        <a:ext cx="2383683" cy="319654"/>
      </dsp:txXfrm>
    </dsp:sp>
    <dsp:sp modelId="{58E4ADDF-9339-46C8-9831-6CC3A97C8384}">
      <dsp:nvSpPr>
        <dsp:cNvPr id="0" name=""/>
        <dsp:cNvSpPr/>
      </dsp:nvSpPr>
      <dsp:spPr>
        <a:xfrm>
          <a:off x="0" y="2965149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97997-5192-46FA-9FE6-8466DC0AFB16}">
      <dsp:nvSpPr>
        <dsp:cNvPr id="0" name=""/>
        <dsp:cNvSpPr/>
      </dsp:nvSpPr>
      <dsp:spPr>
        <a:xfrm>
          <a:off x="172733" y="2788029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Small firms:</a:t>
          </a:r>
          <a:r>
            <a:rPr lang="en-IN" sz="1200" b="0" i="0" kern="1200"/>
            <a:t> narrow bands</a:t>
          </a:r>
          <a:endParaRPr lang="en-IN" sz="1200" kern="1200"/>
        </a:p>
      </dsp:txBody>
      <dsp:txXfrm>
        <a:off x="190026" y="2805322"/>
        <a:ext cx="2383683" cy="319654"/>
      </dsp:txXfrm>
    </dsp:sp>
    <dsp:sp modelId="{95B5CD93-5148-42C3-B085-779DD4CA47DB}">
      <dsp:nvSpPr>
        <dsp:cNvPr id="0" name=""/>
        <dsp:cNvSpPr/>
      </dsp:nvSpPr>
      <dsp:spPr>
        <a:xfrm>
          <a:off x="0" y="3509470"/>
          <a:ext cx="345467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94C255-A321-4F57-95CE-2149BAE67BC8}">
      <dsp:nvSpPr>
        <dsp:cNvPr id="0" name=""/>
        <dsp:cNvSpPr/>
      </dsp:nvSpPr>
      <dsp:spPr>
        <a:xfrm>
          <a:off x="172733" y="3332349"/>
          <a:ext cx="2418269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05" tIns="0" rIns="914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/>
            <a:t>Large firms:</a:t>
          </a:r>
          <a:r>
            <a:rPr lang="en-IN" sz="1200" b="0" i="0" kern="1200"/>
            <a:t> steady medians</a:t>
          </a:r>
          <a:endParaRPr lang="en-IN" sz="1200" kern="1200"/>
        </a:p>
      </dsp:txBody>
      <dsp:txXfrm>
        <a:off x="190026" y="3349642"/>
        <a:ext cx="2383683" cy="319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6C628-D749-40DD-9262-80B232BFFFCA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Avg Adjusted Salary by Experience Level</a:t>
          </a:r>
          <a:endParaRPr lang="en-IN" sz="2400" kern="1200"/>
        </a:p>
      </dsp:txBody>
      <dsp:txXfrm>
        <a:off x="27415" y="32965"/>
        <a:ext cx="8465770" cy="5067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8CD81-5B98-41EA-A749-FCBED2BD0F40}">
      <dsp:nvSpPr>
        <dsp:cNvPr id="0" name=""/>
        <dsp:cNvSpPr/>
      </dsp:nvSpPr>
      <dsp:spPr>
        <a:xfrm>
          <a:off x="0" y="250560"/>
          <a:ext cx="3376380" cy="337638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0F8C7-B5E1-499D-B215-C9430FC5FFC1}">
      <dsp:nvSpPr>
        <dsp:cNvPr id="0" name=""/>
        <dsp:cNvSpPr/>
      </dsp:nvSpPr>
      <dsp:spPr>
        <a:xfrm>
          <a:off x="320756" y="571316"/>
          <a:ext cx="1316788" cy="13167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/>
            <a:t>Executive:</a:t>
          </a:r>
          <a:r>
            <a:rPr lang="en-IN" sz="1600" b="0" i="0" kern="1200"/>
            <a:t> Top pay</a:t>
          </a:r>
          <a:endParaRPr lang="en-IN" sz="1600" kern="1200"/>
        </a:p>
      </dsp:txBody>
      <dsp:txXfrm>
        <a:off x="385036" y="635596"/>
        <a:ext cx="1188228" cy="1188228"/>
      </dsp:txXfrm>
    </dsp:sp>
    <dsp:sp modelId="{824E9A0E-9B29-458B-8AFA-B4B592B1C1F0}">
      <dsp:nvSpPr>
        <dsp:cNvPr id="0" name=""/>
        <dsp:cNvSpPr/>
      </dsp:nvSpPr>
      <dsp:spPr>
        <a:xfrm>
          <a:off x="1738835" y="571316"/>
          <a:ext cx="1316788" cy="13167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Senior:</a:t>
          </a:r>
          <a:r>
            <a:rPr lang="en-IN" sz="1600" b="0" i="0" kern="1200" dirty="0"/>
            <a:t> high pay</a:t>
          </a:r>
          <a:endParaRPr lang="en-IN" sz="1600" kern="1200" dirty="0"/>
        </a:p>
      </dsp:txBody>
      <dsp:txXfrm>
        <a:off x="1803115" y="635596"/>
        <a:ext cx="1188228" cy="1188228"/>
      </dsp:txXfrm>
    </dsp:sp>
    <dsp:sp modelId="{3566E3CD-B07B-454C-B471-CA86376E19C4}">
      <dsp:nvSpPr>
        <dsp:cNvPr id="0" name=""/>
        <dsp:cNvSpPr/>
      </dsp:nvSpPr>
      <dsp:spPr>
        <a:xfrm>
          <a:off x="320756" y="1989395"/>
          <a:ext cx="1316788" cy="13167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/>
            <a:t>Mid-level:</a:t>
          </a:r>
          <a:r>
            <a:rPr lang="en-IN" sz="1600" b="0" i="0" kern="1200"/>
            <a:t> moderate pay</a:t>
          </a:r>
          <a:endParaRPr lang="en-IN" sz="1600" kern="1200"/>
        </a:p>
      </dsp:txBody>
      <dsp:txXfrm>
        <a:off x="385036" y="2053675"/>
        <a:ext cx="1188228" cy="1188228"/>
      </dsp:txXfrm>
    </dsp:sp>
    <dsp:sp modelId="{3C3217E1-1C47-4EC0-91E0-DBFFF0DA51C2}">
      <dsp:nvSpPr>
        <dsp:cNvPr id="0" name=""/>
        <dsp:cNvSpPr/>
      </dsp:nvSpPr>
      <dsp:spPr>
        <a:xfrm>
          <a:off x="1738835" y="1989395"/>
          <a:ext cx="1316788" cy="13167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0" kern="1200" dirty="0"/>
            <a:t>Entry-level:</a:t>
          </a:r>
          <a:r>
            <a:rPr lang="en-IN" sz="1600" b="0" i="0" kern="1200" dirty="0"/>
            <a:t> lowest pay</a:t>
          </a:r>
          <a:endParaRPr lang="en-IN" sz="1600" kern="1200" dirty="0"/>
        </a:p>
      </dsp:txBody>
      <dsp:txXfrm>
        <a:off x="1803115" y="2053675"/>
        <a:ext cx="1188228" cy="11882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D52DD-CBA7-474D-9290-8086AAEEA3E6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Average Salary Over Time by Experience Level (2020–23)</a:t>
          </a:r>
          <a:endParaRPr lang="en-IN" sz="2400" kern="1200" dirty="0"/>
        </a:p>
      </dsp:txBody>
      <dsp:txXfrm>
        <a:off x="27415" y="32965"/>
        <a:ext cx="8465770" cy="5067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B0A4E-2DB2-4A17-9E6B-CEAF23962501}">
      <dsp:nvSpPr>
        <dsp:cNvPr id="0" name=""/>
        <dsp:cNvSpPr/>
      </dsp:nvSpPr>
      <dsp:spPr>
        <a:xfrm rot="5400000">
          <a:off x="1964675" y="-685194"/>
          <a:ext cx="609731" cy="213603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companies raising base pay to attract new talent.</a:t>
          </a:r>
          <a:endParaRPr lang="en-IN" sz="1200" kern="1200" dirty="0"/>
        </a:p>
      </dsp:txBody>
      <dsp:txXfrm rot="-5400000">
        <a:off x="1201522" y="107724"/>
        <a:ext cx="2106273" cy="550201"/>
      </dsp:txXfrm>
    </dsp:sp>
    <dsp:sp modelId="{CCEFBF19-362D-4DF7-9943-7E14CF804811}">
      <dsp:nvSpPr>
        <dsp:cNvPr id="0" name=""/>
        <dsp:cNvSpPr/>
      </dsp:nvSpPr>
      <dsp:spPr>
        <a:xfrm>
          <a:off x="0" y="1743"/>
          <a:ext cx="1201521" cy="7621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Entry: steady rise</a:t>
          </a:r>
          <a:endParaRPr lang="en-IN" sz="1200" kern="1200"/>
        </a:p>
      </dsp:txBody>
      <dsp:txXfrm>
        <a:off x="37206" y="38949"/>
        <a:ext cx="1127109" cy="687751"/>
      </dsp:txXfrm>
    </dsp:sp>
    <dsp:sp modelId="{443AAF3D-D9A4-460A-BE2F-BAA06F8997D9}">
      <dsp:nvSpPr>
        <dsp:cNvPr id="0" name=""/>
        <dsp:cNvSpPr/>
      </dsp:nvSpPr>
      <dsp:spPr>
        <a:xfrm rot="5400000">
          <a:off x="1964675" y="115077"/>
          <a:ext cx="609731" cy="213603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Covid boom → slowdown → market recovery.</a:t>
          </a:r>
          <a:endParaRPr lang="en-IN" sz="1200" kern="1200" dirty="0"/>
        </a:p>
      </dsp:txBody>
      <dsp:txXfrm rot="-5400000">
        <a:off x="1201522" y="907996"/>
        <a:ext cx="2106273" cy="550201"/>
      </dsp:txXfrm>
    </dsp:sp>
    <dsp:sp modelId="{E8260034-2FFF-42C9-A731-4E1D1A609FD0}">
      <dsp:nvSpPr>
        <dsp:cNvPr id="0" name=""/>
        <dsp:cNvSpPr/>
      </dsp:nvSpPr>
      <dsp:spPr>
        <a:xfrm>
          <a:off x="0" y="802015"/>
          <a:ext cx="1201521" cy="76216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Mid: up ’21, dip ’22, up ’23</a:t>
          </a:r>
          <a:endParaRPr lang="en-IN" sz="1200" kern="1200"/>
        </a:p>
      </dsp:txBody>
      <dsp:txXfrm>
        <a:off x="37206" y="839221"/>
        <a:ext cx="1127109" cy="687751"/>
      </dsp:txXfrm>
    </dsp:sp>
    <dsp:sp modelId="{30F8F954-5253-4739-9B13-07217D88E7D9}">
      <dsp:nvSpPr>
        <dsp:cNvPr id="0" name=""/>
        <dsp:cNvSpPr/>
      </dsp:nvSpPr>
      <dsp:spPr>
        <a:xfrm rot="5400000">
          <a:off x="1964675" y="915349"/>
          <a:ext cx="609731" cy="213603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budget cuts then catch-up promotions.</a:t>
          </a:r>
          <a:endParaRPr lang="en-IN" sz="1200" kern="1200"/>
        </a:p>
      </dsp:txBody>
      <dsp:txXfrm rot="-5400000">
        <a:off x="1201522" y="1708268"/>
        <a:ext cx="2106273" cy="550201"/>
      </dsp:txXfrm>
    </dsp:sp>
    <dsp:sp modelId="{8FA2D955-5CFD-4D4A-8271-C17BDDA9DF4D}">
      <dsp:nvSpPr>
        <dsp:cNvPr id="0" name=""/>
        <dsp:cNvSpPr/>
      </dsp:nvSpPr>
      <dsp:spPr>
        <a:xfrm>
          <a:off x="0" y="1602287"/>
          <a:ext cx="1201521" cy="76216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Senior: dip to ’22, rebound ’23</a:t>
          </a:r>
          <a:endParaRPr lang="en-IN" sz="1200" kern="1200"/>
        </a:p>
      </dsp:txBody>
      <dsp:txXfrm>
        <a:off x="37206" y="1639493"/>
        <a:ext cx="1127109" cy="687751"/>
      </dsp:txXfrm>
    </dsp:sp>
    <dsp:sp modelId="{D69DA420-6086-40BC-9D53-F1E59C0A889C}">
      <dsp:nvSpPr>
        <dsp:cNvPr id="0" name=""/>
        <dsp:cNvSpPr/>
      </dsp:nvSpPr>
      <dsp:spPr>
        <a:xfrm rot="5400000">
          <a:off x="1964675" y="1715621"/>
          <a:ext cx="609731" cy="213603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2021 bonuses then correction/post-pandemic realignments.</a:t>
          </a:r>
          <a:endParaRPr lang="en-IN" sz="1200" kern="1200"/>
        </a:p>
      </dsp:txBody>
      <dsp:txXfrm rot="-5400000">
        <a:off x="1201522" y="2508540"/>
        <a:ext cx="2106273" cy="550201"/>
      </dsp:txXfrm>
    </dsp:sp>
    <dsp:sp modelId="{41C79983-6D17-4D5D-AC19-717F985C982F}">
      <dsp:nvSpPr>
        <dsp:cNvPr id="0" name=""/>
        <dsp:cNvSpPr/>
      </dsp:nvSpPr>
      <dsp:spPr>
        <a:xfrm>
          <a:off x="0" y="2402559"/>
          <a:ext cx="1201521" cy="76216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Exec: big jump in ’21, drop in ’22–’23</a:t>
          </a:r>
          <a:endParaRPr lang="en-IN" sz="1200" kern="1200"/>
        </a:p>
      </dsp:txBody>
      <dsp:txXfrm>
        <a:off x="37206" y="2439765"/>
        <a:ext cx="1127109" cy="687751"/>
      </dsp:txXfrm>
    </dsp:sp>
    <dsp:sp modelId="{091456C4-CB64-445A-9A85-DF6D2290D3D3}">
      <dsp:nvSpPr>
        <dsp:cNvPr id="0" name=""/>
        <dsp:cNvSpPr/>
      </dsp:nvSpPr>
      <dsp:spPr>
        <a:xfrm rot="5400000">
          <a:off x="1964675" y="2515893"/>
          <a:ext cx="609731" cy="2136038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/>
            <a:t>inflation adjustments and renewed hiring.</a:t>
          </a:r>
          <a:endParaRPr lang="en-IN" sz="1200" kern="1200"/>
        </a:p>
      </dsp:txBody>
      <dsp:txXfrm rot="-5400000">
        <a:off x="1201522" y="3308812"/>
        <a:ext cx="2106273" cy="550201"/>
      </dsp:txXfrm>
    </dsp:sp>
    <dsp:sp modelId="{78287DE8-38D7-432B-ADFA-30659F095CAC}">
      <dsp:nvSpPr>
        <dsp:cNvPr id="0" name=""/>
        <dsp:cNvSpPr/>
      </dsp:nvSpPr>
      <dsp:spPr>
        <a:xfrm>
          <a:off x="0" y="3202831"/>
          <a:ext cx="1201521" cy="76216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Overall: gains in ’23</a:t>
          </a:r>
          <a:endParaRPr lang="en-IN" sz="1200" kern="1200"/>
        </a:p>
      </dsp:txBody>
      <dsp:txXfrm>
        <a:off x="37206" y="3240037"/>
        <a:ext cx="1127109" cy="6877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28658-D0B2-4CBC-859A-EE308B285456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Salary vs Cost of Living</a:t>
          </a:r>
          <a:endParaRPr lang="en-IN" sz="2400" kern="1200" dirty="0"/>
        </a:p>
      </dsp:txBody>
      <dsp:txXfrm>
        <a:off x="27415" y="32965"/>
        <a:ext cx="8465770" cy="5067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D90A8-5F19-40B8-838E-D207F2B4F3CF}">
      <dsp:nvSpPr>
        <dsp:cNvPr id="0" name=""/>
        <dsp:cNvSpPr/>
      </dsp:nvSpPr>
      <dsp:spPr>
        <a:xfrm>
          <a:off x="0" y="483344"/>
          <a:ext cx="3497520" cy="341145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446" tIns="395732" rIns="27144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Remote work:</a:t>
          </a:r>
          <a:r>
            <a:rPr lang="en-US" sz="1900" b="0" i="0" kern="1200" dirty="0"/>
            <a:t> same pay no matter where you live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Fixed pay bands:</a:t>
          </a:r>
          <a:r>
            <a:rPr lang="en-US" sz="1900" b="0" i="0" kern="1200" dirty="0"/>
            <a:t> companies use one salary range for everyone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Job level &amp; experience:</a:t>
          </a:r>
          <a:r>
            <a:rPr lang="en-US" sz="1900" b="0" i="0" kern="1200" dirty="0"/>
            <a:t> these decide pay, not location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/>
            <a:t>Global competition:</a:t>
          </a:r>
          <a:r>
            <a:rPr lang="en-US" sz="1900" b="0" i="0" kern="1200"/>
            <a:t> firms match market rates worldwide</a:t>
          </a:r>
          <a:endParaRPr lang="en-IN" sz="1900" kern="1200"/>
        </a:p>
      </dsp:txBody>
      <dsp:txXfrm>
        <a:off x="0" y="483344"/>
        <a:ext cx="3497520" cy="3411450"/>
      </dsp:txXfrm>
    </dsp:sp>
    <dsp:sp modelId="{0610C46C-8CAC-4594-A0DF-6DEC8758F0D9}">
      <dsp:nvSpPr>
        <dsp:cNvPr id="0" name=""/>
        <dsp:cNvSpPr/>
      </dsp:nvSpPr>
      <dsp:spPr>
        <a:xfrm>
          <a:off x="174876" y="202904"/>
          <a:ext cx="2448264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539" tIns="0" rIns="9253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</a:t>
          </a:r>
          <a:r>
            <a:rPr lang="en-IN" sz="2000" kern="1200" baseline="0" dirty="0"/>
            <a:t> COL Link</a:t>
          </a:r>
          <a:endParaRPr lang="en-IN" sz="2000" kern="1200" dirty="0"/>
        </a:p>
      </dsp:txBody>
      <dsp:txXfrm>
        <a:off x="202256" y="230284"/>
        <a:ext cx="2393504" cy="50612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56166-9041-4088-ADA4-C168A551F422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Regression Model for Salary Prediction</a:t>
          </a:r>
          <a:endParaRPr lang="en-IN" sz="2400" kern="1200" dirty="0"/>
        </a:p>
      </dsp:txBody>
      <dsp:txXfrm>
        <a:off x="27415" y="32965"/>
        <a:ext cx="8465770" cy="50676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0C784-6F3E-4FA0-B0B4-5E6F9ED375C1}">
      <dsp:nvSpPr>
        <dsp:cNvPr id="0" name=""/>
        <dsp:cNvSpPr/>
      </dsp:nvSpPr>
      <dsp:spPr>
        <a:xfrm rot="5400000">
          <a:off x="-228635" y="228635"/>
          <a:ext cx="1524240" cy="106696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Model Evaluation:</a:t>
          </a:r>
          <a:endParaRPr lang="en-IN" sz="1600" kern="1200" dirty="0"/>
        </a:p>
      </dsp:txBody>
      <dsp:txXfrm rot="-5400000">
        <a:off x="1" y="533483"/>
        <a:ext cx="1066968" cy="457272"/>
      </dsp:txXfrm>
    </dsp:sp>
    <dsp:sp modelId="{EA2DE3A6-57C2-448A-BAF2-6CFC9E49F39A}">
      <dsp:nvSpPr>
        <dsp:cNvPr id="0" name=""/>
        <dsp:cNvSpPr/>
      </dsp:nvSpPr>
      <dsp:spPr>
        <a:xfrm rot="5400000">
          <a:off x="4347366" y="-3280397"/>
          <a:ext cx="990756" cy="75515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Applied the trained regression model to the test dataset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Calculated Root Mean Squared Error (RMSE) to measure prediction accuracy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RMSE indicates average deviation between predicted and actual salaries</a:t>
          </a:r>
          <a:br>
            <a:rPr lang="en-US" sz="1500" b="0" i="0" kern="1200" dirty="0"/>
          </a:br>
          <a:endParaRPr lang="en-IN" sz="1500" kern="1200" dirty="0"/>
        </a:p>
      </dsp:txBody>
      <dsp:txXfrm rot="-5400000">
        <a:off x="1066969" y="48365"/>
        <a:ext cx="7503187" cy="89402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7F87C-9D5E-400E-A7F9-0063206F47B8}">
      <dsp:nvSpPr>
        <dsp:cNvPr id="0" name=""/>
        <dsp:cNvSpPr/>
      </dsp:nvSpPr>
      <dsp:spPr>
        <a:xfrm rot="5400000">
          <a:off x="-241296" y="242869"/>
          <a:ext cx="1608643" cy="112605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Model Diagnostics</a:t>
          </a:r>
          <a:br>
            <a:rPr lang="en-US" sz="1600" b="0" i="0" kern="1200" dirty="0"/>
          </a:br>
          <a:endParaRPr lang="en-IN" sz="1600" kern="1200" dirty="0"/>
        </a:p>
      </dsp:txBody>
      <dsp:txXfrm rot="-5400000">
        <a:off x="1" y="564597"/>
        <a:ext cx="1126050" cy="482593"/>
      </dsp:txXfrm>
    </dsp:sp>
    <dsp:sp modelId="{BFDB37A4-781C-4C95-8B5D-F93257549905}">
      <dsp:nvSpPr>
        <dsp:cNvPr id="0" name=""/>
        <dsp:cNvSpPr/>
      </dsp:nvSpPr>
      <dsp:spPr>
        <a:xfrm rot="5400000">
          <a:off x="4349201" y="-3221577"/>
          <a:ext cx="1046168" cy="74924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Residuals vs Fitted: checks for non-linearity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/>
            <a:t>Normal Q-Q Plot: checks normality of residuals</a:t>
          </a:r>
          <a:endParaRPr lang="en-I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Scale-Location Plot: checks homoscedasticity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Residuals vs Leverage: identifies influential data points</a:t>
          </a:r>
          <a:endParaRPr lang="en-IN" sz="1500" kern="1200" dirty="0"/>
        </a:p>
      </dsp:txBody>
      <dsp:txXfrm rot="-5400000">
        <a:off x="1126051" y="52643"/>
        <a:ext cx="7441399" cy="94402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8EF5A-9477-4B41-B1CA-806FEDBDC4BF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Diagnostic models</a:t>
          </a:r>
          <a:endParaRPr lang="en-IN" sz="2400" kern="1200"/>
        </a:p>
      </dsp:txBody>
      <dsp:txXfrm>
        <a:off x="27415" y="32965"/>
        <a:ext cx="8465770" cy="50676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3FE60E-77B6-4AB1-9D0F-0E303E00EE62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Interactive Salary Prediction Tool</a:t>
          </a:r>
          <a:endParaRPr lang="en-IN" sz="2400" kern="1200"/>
        </a:p>
      </dsp:txBody>
      <dsp:txXfrm>
        <a:off x="27415" y="32965"/>
        <a:ext cx="8465770" cy="50676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6EB70-23DE-4B4A-A0AA-E28D4B24156D}">
      <dsp:nvSpPr>
        <dsp:cNvPr id="0" name=""/>
        <dsp:cNvSpPr/>
      </dsp:nvSpPr>
      <dsp:spPr>
        <a:xfrm>
          <a:off x="0" y="350100"/>
          <a:ext cx="8520600" cy="35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 custom R function was developed to allow interactive salary predictions based on user input.</a:t>
          </a:r>
          <a:endParaRPr lang="en-IN" sz="1500" kern="1200"/>
        </a:p>
      </dsp:txBody>
      <dsp:txXfrm>
        <a:off x="17134" y="367234"/>
        <a:ext cx="8486332" cy="316732"/>
      </dsp:txXfrm>
    </dsp:sp>
    <dsp:sp modelId="{83C4D6F4-385E-4C72-A9E1-39F4429550FE}">
      <dsp:nvSpPr>
        <dsp:cNvPr id="0" name=""/>
        <dsp:cNvSpPr/>
      </dsp:nvSpPr>
      <dsp:spPr>
        <a:xfrm>
          <a:off x="0" y="744300"/>
          <a:ext cx="8520600" cy="351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Prompts the user to enter Job Title, Experience Level and Company Size.</a:t>
          </a:r>
          <a:endParaRPr lang="en-IN" sz="1500" kern="1200" dirty="0"/>
        </a:p>
      </dsp:txBody>
      <dsp:txXfrm>
        <a:off x="17134" y="761434"/>
        <a:ext cx="8486332" cy="316732"/>
      </dsp:txXfrm>
    </dsp:sp>
    <dsp:sp modelId="{5072AF85-8329-40B8-9E61-9A12386A6E9F}">
      <dsp:nvSpPr>
        <dsp:cNvPr id="0" name=""/>
        <dsp:cNvSpPr/>
      </dsp:nvSpPr>
      <dsp:spPr>
        <a:xfrm>
          <a:off x="0" y="1138500"/>
          <a:ext cx="8520600" cy="351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Ensures input is valid by displaying available options from the training dataset.</a:t>
          </a:r>
          <a:endParaRPr lang="en-IN" sz="1500" kern="1200"/>
        </a:p>
      </dsp:txBody>
      <dsp:txXfrm>
        <a:off x="17134" y="1155634"/>
        <a:ext cx="8486332" cy="316732"/>
      </dsp:txXfrm>
    </dsp:sp>
    <dsp:sp modelId="{E7F1BDD6-8535-45C7-99AE-6BA04D3B6612}">
      <dsp:nvSpPr>
        <dsp:cNvPr id="0" name=""/>
        <dsp:cNvSpPr/>
      </dsp:nvSpPr>
      <dsp:spPr>
        <a:xfrm>
          <a:off x="0" y="1532700"/>
          <a:ext cx="8520600" cy="351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Internally builds a data frame with the input (factors aligned with training data).</a:t>
          </a:r>
          <a:endParaRPr lang="en-IN" sz="1500" kern="1200"/>
        </a:p>
      </dsp:txBody>
      <dsp:txXfrm>
        <a:off x="17134" y="1549834"/>
        <a:ext cx="8486332" cy="316732"/>
      </dsp:txXfrm>
    </dsp:sp>
    <dsp:sp modelId="{393E5688-820E-4DE7-9267-71754BDEB37B}">
      <dsp:nvSpPr>
        <dsp:cNvPr id="0" name=""/>
        <dsp:cNvSpPr/>
      </dsp:nvSpPr>
      <dsp:spPr>
        <a:xfrm>
          <a:off x="0" y="1926900"/>
          <a:ext cx="8520600" cy="3510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Uses the trained regression model (</a:t>
          </a:r>
          <a:r>
            <a:rPr lang="en-US" sz="1500" b="0" i="0" kern="1200" dirty="0" err="1"/>
            <a:t>model_full</a:t>
          </a:r>
          <a:r>
            <a:rPr lang="en-US" sz="1500" b="0" i="0" kern="1200" dirty="0"/>
            <a:t>) to predict salary.</a:t>
          </a:r>
          <a:endParaRPr lang="en-IN" sz="1500" kern="1200" dirty="0"/>
        </a:p>
      </dsp:txBody>
      <dsp:txXfrm>
        <a:off x="17134" y="1944034"/>
        <a:ext cx="8486332" cy="316732"/>
      </dsp:txXfrm>
    </dsp:sp>
    <dsp:sp modelId="{222F1E4D-32FA-4B69-B132-D4B0024C2539}">
      <dsp:nvSpPr>
        <dsp:cNvPr id="0" name=""/>
        <dsp:cNvSpPr/>
      </dsp:nvSpPr>
      <dsp:spPr>
        <a:xfrm>
          <a:off x="0" y="2321100"/>
          <a:ext cx="8520600" cy="35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Only final salary prediction is shown to the user, keeping internal details hidden for simplicity.</a:t>
          </a:r>
          <a:endParaRPr lang="en-IN" sz="1500" kern="1200"/>
        </a:p>
      </dsp:txBody>
      <dsp:txXfrm>
        <a:off x="17134" y="2338234"/>
        <a:ext cx="8486332" cy="316732"/>
      </dsp:txXfrm>
    </dsp:sp>
    <dsp:sp modelId="{75E145FF-ED7A-413C-82B1-5EFA9D43C5CC}">
      <dsp:nvSpPr>
        <dsp:cNvPr id="0" name=""/>
        <dsp:cNvSpPr/>
      </dsp:nvSpPr>
      <dsp:spPr>
        <a:xfrm>
          <a:off x="0" y="2715300"/>
          <a:ext cx="8520600" cy="351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Helps simulate real-world use cases like salary estimators or HR tools.</a:t>
          </a:r>
          <a:endParaRPr lang="en-IN" sz="1500" kern="1200"/>
        </a:p>
      </dsp:txBody>
      <dsp:txXfrm>
        <a:off x="17134" y="2732434"/>
        <a:ext cx="8486332" cy="31673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0159B-01CF-4DE2-8B05-2FDB02282DC4}">
      <dsp:nvSpPr>
        <dsp:cNvPr id="0" name=""/>
        <dsp:cNvSpPr/>
      </dsp:nvSpPr>
      <dsp:spPr>
        <a:xfrm>
          <a:off x="0" y="5550"/>
          <a:ext cx="8520600" cy="5615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Conclusion</a:t>
          </a:r>
          <a:endParaRPr lang="en-IN" sz="2400" kern="1200"/>
        </a:p>
      </dsp:txBody>
      <dsp:txXfrm>
        <a:off x="27415" y="32965"/>
        <a:ext cx="8465770" cy="50676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47ACA-6754-49DE-9AD0-80731EF1DAE3}">
      <dsp:nvSpPr>
        <dsp:cNvPr id="0" name=""/>
        <dsp:cNvSpPr/>
      </dsp:nvSpPr>
      <dsp:spPr>
        <a:xfrm>
          <a:off x="756088" y="673738"/>
          <a:ext cx="2377922" cy="237792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04C83C-C8A7-44D9-8551-E57B1C1A167C}">
      <dsp:nvSpPr>
        <dsp:cNvPr id="0" name=""/>
        <dsp:cNvSpPr/>
      </dsp:nvSpPr>
      <dsp:spPr>
        <a:xfrm>
          <a:off x="835384" y="760701"/>
          <a:ext cx="2219315" cy="2219220"/>
        </a:xfrm>
        <a:prstGeom prst="ellipse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dirty="0"/>
            <a:t>Thank you </a:t>
          </a:r>
          <a:endParaRPr lang="en-IN" sz="4100" kern="1200" dirty="0"/>
        </a:p>
      </dsp:txBody>
      <dsp:txXfrm>
        <a:off x="1152599" y="1077733"/>
        <a:ext cx="1585361" cy="1585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be2f3528a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be2f3528a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cbab3a369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cbab3a369_1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be2f3528a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be2f3528a_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e2f3528a_5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be2f3528a_5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be2f3528a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be2f3528a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be2f3528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be2f3528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be2f3528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be2f3528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be2f3528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be2f3528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be2f3528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be2f3528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be2f3528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be2f3528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be2f3528a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be2f3528a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23a03d4aa_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23a03d4aa_6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42e3e7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42e3e7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5f4b554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5f4b554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microsoft.com/office/2007/relationships/diagramDrawing" Target="../diagrams/drawing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diagramColors" Target="../diagrams/colors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11" Type="http://schemas.openxmlformats.org/officeDocument/2006/relationships/diagramQuickStyle" Target="../diagrams/quickStyle8.xml"/><Relationship Id="rId5" Type="http://schemas.openxmlformats.org/officeDocument/2006/relationships/diagramQuickStyle" Target="../diagrams/quickStyle7.xml"/><Relationship Id="rId10" Type="http://schemas.openxmlformats.org/officeDocument/2006/relationships/diagramLayout" Target="../diagrams/layout8.xml"/><Relationship Id="rId4" Type="http://schemas.openxmlformats.org/officeDocument/2006/relationships/diagramLayout" Target="../diagrams/layout7.xml"/><Relationship Id="rId9" Type="http://schemas.openxmlformats.org/officeDocument/2006/relationships/diagramData" Target="../diagrams/data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diagramDrawing" Target="../diagrams/drawing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11" Type="http://schemas.openxmlformats.org/officeDocument/2006/relationships/diagramQuickStyle" Target="../diagrams/quickStyle10.xml"/><Relationship Id="rId5" Type="http://schemas.openxmlformats.org/officeDocument/2006/relationships/diagramQuickStyle" Target="../diagrams/quickStyle9.xml"/><Relationship Id="rId10" Type="http://schemas.openxmlformats.org/officeDocument/2006/relationships/diagramLayout" Target="../diagrams/layout10.xml"/><Relationship Id="rId4" Type="http://schemas.openxmlformats.org/officeDocument/2006/relationships/diagramLayout" Target="../diagrams/layout9.xml"/><Relationship Id="rId9" Type="http://schemas.openxmlformats.org/officeDocument/2006/relationships/diagramData" Target="../diagrams/data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diagramDrawing" Target="../diagrams/drawing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diagramColors" Target="../diagrams/colors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11" Type="http://schemas.openxmlformats.org/officeDocument/2006/relationships/diagramQuickStyle" Target="../diagrams/quickStyle12.xml"/><Relationship Id="rId5" Type="http://schemas.openxmlformats.org/officeDocument/2006/relationships/diagramQuickStyle" Target="../diagrams/quickStyle11.xml"/><Relationship Id="rId10" Type="http://schemas.openxmlformats.org/officeDocument/2006/relationships/diagramLayout" Target="../diagrams/layout12.xml"/><Relationship Id="rId4" Type="http://schemas.openxmlformats.org/officeDocument/2006/relationships/diagramLayout" Target="../diagrams/layout11.xml"/><Relationship Id="rId9" Type="http://schemas.openxmlformats.org/officeDocument/2006/relationships/diagramData" Target="../diagrams/data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diagramDrawing" Target="../diagrams/drawing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diagramColors" Target="../diagrams/colors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3.xml"/><Relationship Id="rId11" Type="http://schemas.openxmlformats.org/officeDocument/2006/relationships/diagramQuickStyle" Target="../diagrams/quickStyle14.xml"/><Relationship Id="rId5" Type="http://schemas.openxmlformats.org/officeDocument/2006/relationships/diagramQuickStyle" Target="../diagrams/quickStyle13.xml"/><Relationship Id="rId10" Type="http://schemas.openxmlformats.org/officeDocument/2006/relationships/diagramLayout" Target="../diagrams/layout14.xml"/><Relationship Id="rId4" Type="http://schemas.openxmlformats.org/officeDocument/2006/relationships/diagramLayout" Target="../diagrams/layout13.xml"/><Relationship Id="rId9" Type="http://schemas.openxmlformats.org/officeDocument/2006/relationships/diagramData" Target="../diagrams/data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13" Type="http://schemas.openxmlformats.org/officeDocument/2006/relationships/diagramData" Target="../diagrams/data17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17" Type="http://schemas.microsoft.com/office/2007/relationships/diagramDrawing" Target="../diagrams/drawing17.xml"/><Relationship Id="rId2" Type="http://schemas.openxmlformats.org/officeDocument/2006/relationships/notesSlide" Target="../notesSlides/notesSlide10.xml"/><Relationship Id="rId16" Type="http://schemas.openxmlformats.org/officeDocument/2006/relationships/diagramColors" Target="../diagrams/colors1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5" Type="http://schemas.openxmlformats.org/officeDocument/2006/relationships/diagramQuickStyle" Target="../diagrams/quickStyle17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Relationship Id="rId14" Type="http://schemas.openxmlformats.org/officeDocument/2006/relationships/diagramLayout" Target="../diagrams/layout1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0.xml"/><Relationship Id="rId13" Type="http://schemas.openxmlformats.org/officeDocument/2006/relationships/image" Target="../media/image6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12" Type="http://schemas.microsoft.com/office/2007/relationships/diagramDrawing" Target="../diagrams/drawing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9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19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19.xml"/><Relationship Id="rId9" Type="http://schemas.openxmlformats.org/officeDocument/2006/relationships/diagramLayout" Target="../diagrams/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2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10700"/>
            <a:ext cx="8520600" cy="1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 dirty="0">
                <a:latin typeface="EB Garamond"/>
                <a:ea typeface="EB Garamond"/>
                <a:cs typeface="EB Garamond"/>
                <a:sym typeface="EB Garamond"/>
              </a:rPr>
              <a:t>Regression and visualization Study of Data Science Job market trends</a:t>
            </a:r>
            <a:endParaRPr sz="3800" b="1" dirty="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075200"/>
            <a:ext cx="8520600" cy="17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Presented by -</a:t>
            </a:r>
            <a:b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Abdul Sameer Shaik </a:t>
            </a:r>
            <a:b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Deepashree Srinivasa Rao Ranore</a:t>
            </a:r>
            <a:b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Jeevith Doddalingegowda Rama</a:t>
            </a:r>
            <a:b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" sz="24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Sunidi Vijayakrishnakumar</a:t>
            </a:r>
            <a:endParaRPr sz="2400" dirty="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311700" y="2424600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44849A0-66DF-8B4A-F4A3-4D2A775A0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3892056"/>
              </p:ext>
            </p:extLst>
          </p:nvPr>
        </p:nvGraphicFramePr>
        <p:xfrm>
          <a:off x="311700" y="5153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global trends in data science salaries using real-world job data.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 salaries based on cost of living to enable fair regional comparisons.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Examine how factors like experience level, job role, company size, and work setting impact compensation.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 insights through graphs and statistical diagnostics.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informed decisions for job seekers, HR professionals, and policy makers.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Creating a ChatBot which would give a predicted salary value by taking required inputs 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  <p:cxnSp>
        <p:nvCxnSpPr>
          <p:cNvPr id="63" name="Google Shape;63;p14"/>
          <p:cNvCxnSpPr/>
          <p:nvPr/>
        </p:nvCxnSpPr>
        <p:spPr>
          <a:xfrm>
            <a:off x="456625" y="117808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1374ACF-C238-36B0-4094-A8DFE049A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915501"/>
              </p:ext>
            </p:extLst>
          </p:nvPr>
        </p:nvGraphicFramePr>
        <p:xfrm>
          <a:off x="311700" y="1188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F2678C0-6B90-4C2C-D6BF-60CE758A3B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264649"/>
              </p:ext>
            </p:extLst>
          </p:nvPr>
        </p:nvGraphicFramePr>
        <p:xfrm>
          <a:off x="311700" y="874775"/>
          <a:ext cx="8520600" cy="399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70" name="Google Shape;70;p15"/>
          <p:cNvCxnSpPr/>
          <p:nvPr/>
        </p:nvCxnSpPr>
        <p:spPr>
          <a:xfrm>
            <a:off x="433200" y="9907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0EE8478-8050-8AFE-81BE-E3CCDF83DD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0668862"/>
              </p:ext>
            </p:extLst>
          </p:nvPr>
        </p:nvGraphicFramePr>
        <p:xfrm>
          <a:off x="433200" y="421363"/>
          <a:ext cx="8520600" cy="56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</a:rPr>
              <a:t>Merged with external cost of living dataset by </a:t>
            </a:r>
            <a:r>
              <a:rPr lang="en" sz="1400" b="1" dirty="0">
                <a:solidFill>
                  <a:schemeClr val="dk1"/>
                </a:solidFill>
              </a:rPr>
              <a:t>company_location</a:t>
            </a:r>
            <a:r>
              <a:rPr lang="en" sz="1400" dirty="0">
                <a:solidFill>
                  <a:schemeClr val="dk1"/>
                </a:solidFill>
              </a:rPr>
              <a:t> and </a:t>
            </a:r>
            <a:r>
              <a:rPr lang="en" sz="1400" b="1" dirty="0">
                <a:solidFill>
                  <a:schemeClr val="dk1"/>
                </a:solidFill>
              </a:rPr>
              <a:t>year</a:t>
            </a:r>
            <a:endParaRPr sz="1400" b="1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Removed rows with missing or duplicate values</a:t>
            </a:r>
            <a:b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column formats (e.g., salary, region names, job titles)</a:t>
            </a:r>
            <a:b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Grouped job titles into broader categories (e.g., Data, Engineering, Analytics)</a:t>
            </a:r>
            <a:b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new column: </a:t>
            </a:r>
            <a:r>
              <a:rPr lang="en" sz="1400" b="1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adjusted_salary = salary_in_usd / cost_of_living_index</a:t>
            </a:r>
            <a:br>
              <a:rPr lang="en" sz="14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Converted categorical columns (e.g., experience, work setting) into labeled factors</a:t>
            </a:r>
            <a:b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Filtered out extreme outliers for clean visual representation</a:t>
            </a:r>
            <a:endParaRPr sz="1400" dirty="0">
              <a:solidFill>
                <a:schemeClr val="dk1"/>
              </a:solidFill>
            </a:endParaRPr>
          </a:p>
        </p:txBody>
      </p:sp>
      <p:cxnSp>
        <p:nvCxnSpPr>
          <p:cNvPr id="77" name="Google Shape;77;p16"/>
          <p:cNvCxnSpPr/>
          <p:nvPr/>
        </p:nvCxnSpPr>
        <p:spPr>
          <a:xfrm>
            <a:off x="433200" y="9907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7336F65-82EF-89D3-A355-4676EFE0A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171829"/>
              </p:ext>
            </p:extLst>
          </p:nvPr>
        </p:nvGraphicFramePr>
        <p:xfrm>
          <a:off x="311700" y="49187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02C0669-9E02-28A8-24B8-371BB2FF47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427629"/>
              </p:ext>
            </p:extLst>
          </p:nvPr>
        </p:nvGraphicFramePr>
        <p:xfrm>
          <a:off x="311700" y="123522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84" name="Google Shape;84;p17"/>
          <p:cNvCxnSpPr/>
          <p:nvPr/>
        </p:nvCxnSpPr>
        <p:spPr>
          <a:xfrm>
            <a:off x="433200" y="10945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A66EF6B3-9FF1-9DD2-85DC-1FE6CE830B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058590"/>
              </p:ext>
            </p:extLst>
          </p:nvPr>
        </p:nvGraphicFramePr>
        <p:xfrm>
          <a:off x="311700" y="15232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0" name="Google Shape;90;p18" title="Screenshot 2025-04-14 19091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20335" y="1009810"/>
            <a:ext cx="4811965" cy="38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8"/>
          <p:cNvCxnSpPr/>
          <p:nvPr/>
        </p:nvCxnSpPr>
        <p:spPr>
          <a:xfrm>
            <a:off x="362950" y="72501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3797F1A-D342-8B66-E2A4-0C963B09D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91834"/>
              </p:ext>
            </p:extLst>
          </p:nvPr>
        </p:nvGraphicFramePr>
        <p:xfrm>
          <a:off x="362950" y="1009810"/>
          <a:ext cx="3454670" cy="387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BB42AB8-AA24-AC4F-9202-7BC3F810E0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4004902"/>
              </p:ext>
            </p:extLst>
          </p:nvPr>
        </p:nvGraphicFramePr>
        <p:xfrm>
          <a:off x="311700" y="16402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7" name="Google Shape;9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79520" y="1019250"/>
            <a:ext cx="4548318" cy="387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9"/>
          <p:cNvCxnSpPr/>
          <p:nvPr/>
        </p:nvCxnSpPr>
        <p:spPr>
          <a:xfrm>
            <a:off x="311700" y="815800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D081A27-16BC-68D7-19CC-0A4115BC4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328767"/>
              </p:ext>
            </p:extLst>
          </p:nvPr>
        </p:nvGraphicFramePr>
        <p:xfrm>
          <a:off x="311700" y="1019250"/>
          <a:ext cx="3376380" cy="387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DF8F42B-26C2-4E68-CE81-74F9D4DFA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379681"/>
              </p:ext>
            </p:extLst>
          </p:nvPr>
        </p:nvGraphicFramePr>
        <p:xfrm>
          <a:off x="190200" y="23427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4" name="Google Shape;10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6180" y="1038551"/>
            <a:ext cx="4771694" cy="394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20"/>
          <p:cNvCxnSpPr/>
          <p:nvPr/>
        </p:nvCxnSpPr>
        <p:spPr>
          <a:xfrm>
            <a:off x="433200" y="90881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EA9B82B-41A3-EEB4-62D3-21558146F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996010"/>
              </p:ext>
            </p:extLst>
          </p:nvPr>
        </p:nvGraphicFramePr>
        <p:xfrm>
          <a:off x="312420" y="1020413"/>
          <a:ext cx="3337560" cy="3966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0A8D713-1D35-53E1-4652-3D088BF00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344258"/>
              </p:ext>
            </p:extLst>
          </p:nvPr>
        </p:nvGraphicFramePr>
        <p:xfrm>
          <a:off x="311700" y="16405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1" name="Google Shape;11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63340" y="881750"/>
            <a:ext cx="4656914" cy="409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21"/>
          <p:cNvCxnSpPr/>
          <p:nvPr/>
        </p:nvCxnSpPr>
        <p:spPr>
          <a:xfrm>
            <a:off x="425100" y="73673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B0ACC2A-C516-5B98-86FE-687E54CEE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8527353"/>
              </p:ext>
            </p:extLst>
          </p:nvPr>
        </p:nvGraphicFramePr>
        <p:xfrm>
          <a:off x="220980" y="828410"/>
          <a:ext cx="3497520" cy="409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D88588-5706-09D6-97C6-14C6B766D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1639697"/>
              </p:ext>
            </p:extLst>
          </p:nvPr>
        </p:nvGraphicFramePr>
        <p:xfrm>
          <a:off x="311700" y="2928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EB47069-B9F0-4AEE-AE84-F934C4EB85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9384577"/>
              </p:ext>
            </p:extLst>
          </p:nvPr>
        </p:nvGraphicFramePr>
        <p:xfrm>
          <a:off x="311700" y="1300439"/>
          <a:ext cx="8618520" cy="152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19" name="Google Shape;119;p22"/>
          <p:cNvCxnSpPr/>
          <p:nvPr/>
        </p:nvCxnSpPr>
        <p:spPr>
          <a:xfrm>
            <a:off x="433200" y="86548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18F3ADA-195B-2ABB-A337-002B755E4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8511548"/>
              </p:ext>
            </p:extLst>
          </p:nvPr>
        </p:nvGraphicFramePr>
        <p:xfrm>
          <a:off x="311700" y="3108960"/>
          <a:ext cx="8618520" cy="161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ED6FD75-A24B-0F24-9848-36452D0CD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5845035"/>
              </p:ext>
            </p:extLst>
          </p:nvPr>
        </p:nvGraphicFramePr>
        <p:xfrm>
          <a:off x="229725" y="21085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6" name="Google Shape;126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6065" y="1046305"/>
            <a:ext cx="7317550" cy="394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23"/>
          <p:cNvCxnSpPr/>
          <p:nvPr/>
        </p:nvCxnSpPr>
        <p:spPr>
          <a:xfrm>
            <a:off x="229725" y="783538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204540-A468-1362-DB9D-27E703F2C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3080930"/>
              </p:ext>
            </p:extLst>
          </p:nvPr>
        </p:nvGraphicFramePr>
        <p:xfrm>
          <a:off x="247750" y="253175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2E6BE8E-73AA-1C8E-95CD-FF0DA60F2A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872601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34" name="Google Shape;134;p24"/>
          <p:cNvCxnSpPr/>
          <p:nvPr/>
        </p:nvCxnSpPr>
        <p:spPr>
          <a:xfrm>
            <a:off x="369250" y="1079863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" name="Google Shape;135;p24" title="Screenshot 2025-04-15 22234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36875" y="43851"/>
            <a:ext cx="1008375" cy="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AB10EC9-B0AE-E3CB-1B09-481AE3639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492142"/>
              </p:ext>
            </p:extLst>
          </p:nvPr>
        </p:nvGraphicFramePr>
        <p:xfrm>
          <a:off x="181200" y="177300"/>
          <a:ext cx="85206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181200" y="985500"/>
            <a:ext cx="8520600" cy="317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Experience level remains the most significant factor—</a:t>
            </a:r>
            <a:r>
              <a:rPr lang="en" sz="1400" b="1" dirty="0">
                <a:solidFill>
                  <a:schemeClr val="dk1"/>
                </a:solidFill>
              </a:rPr>
              <a:t>Executive and Senior roles earn the highest salaries</a:t>
            </a:r>
            <a:br>
              <a:rPr lang="en" sz="1400" b="1" dirty="0">
                <a:solidFill>
                  <a:schemeClr val="dk1"/>
                </a:solidFill>
              </a:rPr>
            </a:br>
            <a:endParaRPr sz="1400" b="1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 dirty="0">
                <a:solidFill>
                  <a:schemeClr val="dk1"/>
                </a:solidFill>
              </a:rPr>
              <a:t>Cost of living does not have a strong direct correlation with salary</a:t>
            </a:r>
            <a:r>
              <a:rPr lang="en" sz="1400" dirty="0">
                <a:solidFill>
                  <a:schemeClr val="dk1"/>
                </a:solidFill>
              </a:rPr>
              <a:t>—high living costs don’t always lead to higher pay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Adjusting for cost of living offers a </a:t>
            </a:r>
            <a:r>
              <a:rPr lang="en" sz="1400" b="1" dirty="0">
                <a:solidFill>
                  <a:schemeClr val="dk1"/>
                </a:solidFill>
              </a:rPr>
              <a:t>fairer comparison across regions</a:t>
            </a:r>
            <a:r>
              <a:rPr lang="en" sz="1400" dirty="0">
                <a:solidFill>
                  <a:schemeClr val="dk1"/>
                </a:solidFill>
              </a:rPr>
              <a:t>, revealing salary equity in unexpected places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 dirty="0">
                <a:solidFill>
                  <a:schemeClr val="dk1"/>
                </a:solidFill>
              </a:rPr>
              <a:t>North America and Europe dominate the data</a:t>
            </a:r>
            <a:r>
              <a:rPr lang="en" sz="1400" dirty="0">
                <a:solidFill>
                  <a:schemeClr val="dk1"/>
                </a:solidFill>
              </a:rPr>
              <a:t>, but meaningful trends emerge globally after adjustment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 dirty="0">
                <a:solidFill>
                  <a:schemeClr val="dk1"/>
                </a:solidFill>
              </a:rPr>
              <a:t>Remote, hybrid, and in-person roles show similar salary patterns</a:t>
            </a:r>
            <a:r>
              <a:rPr lang="en" sz="1400" dirty="0">
                <a:solidFill>
                  <a:schemeClr val="dk1"/>
                </a:solidFill>
              </a:rPr>
              <a:t>, supporting work flexibility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Regression diagnostics confirm that </a:t>
            </a:r>
            <a:r>
              <a:rPr lang="en" sz="1400" b="1" dirty="0">
                <a:solidFill>
                  <a:schemeClr val="dk1"/>
                </a:solidFill>
              </a:rPr>
              <a:t>experience, role type, and company size</a:t>
            </a:r>
            <a:r>
              <a:rPr lang="en" sz="1400" dirty="0">
                <a:solidFill>
                  <a:schemeClr val="dk1"/>
                </a:solidFill>
              </a:rPr>
              <a:t> better explain salary variation than geography alone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  <p:cxnSp>
        <p:nvCxnSpPr>
          <p:cNvPr id="142" name="Google Shape;142;p25"/>
          <p:cNvCxnSpPr/>
          <p:nvPr/>
        </p:nvCxnSpPr>
        <p:spPr>
          <a:xfrm>
            <a:off x="351250" y="824525"/>
            <a:ext cx="8277600" cy="2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BE7746B-8AF3-1696-5742-773C5B3A7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100565"/>
              </p:ext>
            </p:extLst>
          </p:nvPr>
        </p:nvGraphicFramePr>
        <p:xfrm>
          <a:off x="5812110" y="1418100"/>
          <a:ext cx="3890100" cy="372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826</Words>
  <Application>Microsoft Office PowerPoint</Application>
  <PresentationFormat>On-screen Show (16:9)</PresentationFormat>
  <Paragraphs>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EB Garamond</vt:lpstr>
      <vt:lpstr>Roboto Mono</vt:lpstr>
      <vt:lpstr>Simple Light</vt:lpstr>
      <vt:lpstr>Regression and visualization Study of Data Science Job market trends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sameer</dc:creator>
  <cp:lastModifiedBy>Abdul Sameer. S</cp:lastModifiedBy>
  <cp:revision>3</cp:revision>
  <dcterms:modified xsi:type="dcterms:W3CDTF">2025-04-23T09:08:50Z</dcterms:modified>
</cp:coreProperties>
</file>